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sldIdLst>
    <p:sldId id="256" r:id="rId2"/>
    <p:sldId id="259" r:id="rId3"/>
    <p:sldId id="257" r:id="rId4"/>
    <p:sldId id="266" r:id="rId5"/>
    <p:sldId id="264" r:id="rId6"/>
    <p:sldId id="258" r:id="rId7"/>
    <p:sldId id="268" r:id="rId8"/>
    <p:sldId id="267" r:id="rId9"/>
    <p:sldId id="260" r:id="rId10"/>
    <p:sldId id="265" r:id="rId11"/>
    <p:sldId id="269" r:id="rId12"/>
    <p:sldId id="261" r:id="rId13"/>
    <p:sldId id="262" r:id="rId14"/>
    <p:sldId id="263" r:id="rId1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78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12" Type="http://schemas.openxmlformats.org/officeDocument/2006/relationships/image" Target="../media/image25.svg"/><Relationship Id="rId2" Type="http://schemas.openxmlformats.org/officeDocument/2006/relationships/image" Target="../media/image16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18.png"/><Relationship Id="rId5" Type="http://schemas.openxmlformats.org/officeDocument/2006/relationships/image" Target="../media/image2.png"/><Relationship Id="rId10" Type="http://schemas.openxmlformats.org/officeDocument/2006/relationships/image" Target="../media/image23.svg"/><Relationship Id="rId4" Type="http://schemas.openxmlformats.org/officeDocument/2006/relationships/image" Target="../media/image18.svg"/><Relationship Id="rId9" Type="http://schemas.openxmlformats.org/officeDocument/2006/relationships/image" Target="../media/image17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12" Type="http://schemas.openxmlformats.org/officeDocument/2006/relationships/image" Target="../media/image25.svg"/><Relationship Id="rId2" Type="http://schemas.openxmlformats.org/officeDocument/2006/relationships/image" Target="../media/image16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18.png"/><Relationship Id="rId5" Type="http://schemas.openxmlformats.org/officeDocument/2006/relationships/image" Target="../media/image2.png"/><Relationship Id="rId10" Type="http://schemas.openxmlformats.org/officeDocument/2006/relationships/image" Target="../media/image23.svg"/><Relationship Id="rId4" Type="http://schemas.openxmlformats.org/officeDocument/2006/relationships/image" Target="../media/image18.svg"/><Relationship Id="rId9" Type="http://schemas.openxmlformats.org/officeDocument/2006/relationships/image" Target="../media/image1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576F36-8BA5-4B71-887F-392EBD22232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D61C5F0-5B4D-4BDA-9765-13030C749E51}">
      <dgm:prSet/>
      <dgm:spPr/>
      <dgm:t>
        <a:bodyPr/>
        <a:lstStyle/>
        <a:p>
          <a:r>
            <a:rPr lang="en-US" dirty="0"/>
            <a:t>This project is a secure web application that automatically detects the language of the text entered by users and translates it into the selected target language and includes role-based authorization.</a:t>
          </a:r>
        </a:p>
      </dgm:t>
    </dgm:pt>
    <dgm:pt modelId="{66414F66-705B-432F-9A02-037AADD0D679}" type="parTrans" cxnId="{C3A9EC15-4FB5-461C-BBE4-BD8A7BD0331E}">
      <dgm:prSet/>
      <dgm:spPr/>
      <dgm:t>
        <a:bodyPr/>
        <a:lstStyle/>
        <a:p>
          <a:endParaRPr lang="en-US"/>
        </a:p>
      </dgm:t>
    </dgm:pt>
    <dgm:pt modelId="{FA5A820F-B476-472C-B857-98AF0736D1E8}" type="sibTrans" cxnId="{C3A9EC15-4FB5-461C-BBE4-BD8A7BD0331E}">
      <dgm:prSet/>
      <dgm:spPr/>
      <dgm:t>
        <a:bodyPr/>
        <a:lstStyle/>
        <a:p>
          <a:endParaRPr lang="en-US"/>
        </a:p>
      </dgm:t>
    </dgm:pt>
    <dgm:pt modelId="{9EA538A7-6774-4F48-B379-BAF04200EA25}">
      <dgm:prSet/>
      <dgm:spPr/>
      <dgm:t>
        <a:bodyPr/>
        <a:lstStyle/>
        <a:p>
          <a:r>
            <a:rPr lang="en-US"/>
            <a:t>Increased content production in different languages</a:t>
          </a:r>
          <a:r>
            <a:rPr lang="tr-TR"/>
            <a:t>.</a:t>
          </a:r>
          <a:endParaRPr lang="en-US"/>
        </a:p>
      </dgm:t>
    </dgm:pt>
    <dgm:pt modelId="{355E67CB-FCB5-4DB7-B85A-2951E52631B1}" type="parTrans" cxnId="{BEB4D5B1-132C-44C4-9023-4593BDEC78CF}">
      <dgm:prSet/>
      <dgm:spPr/>
      <dgm:t>
        <a:bodyPr/>
        <a:lstStyle/>
        <a:p>
          <a:endParaRPr lang="en-US"/>
        </a:p>
      </dgm:t>
    </dgm:pt>
    <dgm:pt modelId="{5B3EDDC3-BD77-4C63-815D-3B03767708B6}" type="sibTrans" cxnId="{BEB4D5B1-132C-44C4-9023-4593BDEC78CF}">
      <dgm:prSet/>
      <dgm:spPr/>
      <dgm:t>
        <a:bodyPr/>
        <a:lstStyle/>
        <a:p>
          <a:endParaRPr lang="en-US"/>
        </a:p>
      </dgm:t>
    </dgm:pt>
    <dgm:pt modelId="{842346A9-591E-43CE-9356-CAEB92DE6974}">
      <dgm:prSet/>
      <dgm:spPr/>
      <dgm:t>
        <a:bodyPr/>
        <a:lstStyle/>
        <a:p>
          <a:r>
            <a:rPr lang="en-US"/>
            <a:t>The susceptibility of manual language selection to errors</a:t>
          </a:r>
          <a:r>
            <a:rPr lang="tr-TR"/>
            <a:t>.</a:t>
          </a:r>
          <a:endParaRPr lang="en-US"/>
        </a:p>
      </dgm:t>
    </dgm:pt>
    <dgm:pt modelId="{00F2C931-8995-4DE5-806F-31B3E8C70185}" type="parTrans" cxnId="{C01A3B46-1B89-4B1A-8B89-5109ABF2B322}">
      <dgm:prSet/>
      <dgm:spPr/>
      <dgm:t>
        <a:bodyPr/>
        <a:lstStyle/>
        <a:p>
          <a:endParaRPr lang="en-US"/>
        </a:p>
      </dgm:t>
    </dgm:pt>
    <dgm:pt modelId="{BFB99760-571D-4568-AC61-6F2D3D495C3F}" type="sibTrans" cxnId="{C01A3B46-1B89-4B1A-8B89-5109ABF2B322}">
      <dgm:prSet/>
      <dgm:spPr/>
      <dgm:t>
        <a:bodyPr/>
        <a:lstStyle/>
        <a:p>
          <a:endParaRPr lang="en-US"/>
        </a:p>
      </dgm:t>
    </dgm:pt>
    <dgm:pt modelId="{1F70EE53-BF01-4CCE-852E-DAC7ACEE3D15}">
      <dgm:prSet/>
      <dgm:spPr/>
      <dgm:t>
        <a:bodyPr/>
        <a:lstStyle/>
        <a:p>
          <a:r>
            <a:rPr lang="en-US"/>
            <a:t>The need for secure user management</a:t>
          </a:r>
          <a:r>
            <a:rPr lang="tr-TR"/>
            <a:t>.</a:t>
          </a:r>
          <a:endParaRPr lang="en-US"/>
        </a:p>
      </dgm:t>
    </dgm:pt>
    <dgm:pt modelId="{854007A8-BAEA-4F25-8A28-FB085C047FA7}" type="parTrans" cxnId="{625D5E72-FED0-457F-A643-F2702A712581}">
      <dgm:prSet/>
      <dgm:spPr/>
      <dgm:t>
        <a:bodyPr/>
        <a:lstStyle/>
        <a:p>
          <a:endParaRPr lang="en-US"/>
        </a:p>
      </dgm:t>
    </dgm:pt>
    <dgm:pt modelId="{2C154B45-B58D-44C5-8459-032938E9AD2A}" type="sibTrans" cxnId="{625D5E72-FED0-457F-A643-F2702A712581}">
      <dgm:prSet/>
      <dgm:spPr/>
      <dgm:t>
        <a:bodyPr/>
        <a:lstStyle/>
        <a:p>
          <a:endParaRPr lang="en-US"/>
        </a:p>
      </dgm:t>
    </dgm:pt>
    <dgm:pt modelId="{025A19E8-CD5C-4E8E-8268-C5C4145C0E43}">
      <dgm:prSet/>
      <dgm:spPr/>
      <dgm:t>
        <a:bodyPr/>
        <a:lstStyle/>
        <a:p>
          <a:r>
            <a:rPr lang="en-US"/>
            <a:t>In line with these problems, an automated, fast, and secure solution has been aimed for.</a:t>
          </a:r>
        </a:p>
      </dgm:t>
    </dgm:pt>
    <dgm:pt modelId="{ADF0D625-0005-4AD5-A07F-A98FB5D500ED}" type="parTrans" cxnId="{A01B9F8D-52BB-4F9A-96D2-5A74B2BB7A1F}">
      <dgm:prSet/>
      <dgm:spPr/>
      <dgm:t>
        <a:bodyPr/>
        <a:lstStyle/>
        <a:p>
          <a:endParaRPr lang="en-US"/>
        </a:p>
      </dgm:t>
    </dgm:pt>
    <dgm:pt modelId="{E9194990-EE52-4349-836B-AF72EB6129F0}" type="sibTrans" cxnId="{A01B9F8D-52BB-4F9A-96D2-5A74B2BB7A1F}">
      <dgm:prSet/>
      <dgm:spPr/>
      <dgm:t>
        <a:bodyPr/>
        <a:lstStyle/>
        <a:p>
          <a:endParaRPr lang="en-US"/>
        </a:p>
      </dgm:t>
    </dgm:pt>
    <dgm:pt modelId="{FA376C02-2386-41ED-AF4C-29A91D4E5714}">
      <dgm:prSet/>
      <dgm:spPr/>
      <dgm:t>
        <a:bodyPr/>
        <a:lstStyle/>
        <a:p>
          <a:r>
            <a:rPr lang="en-US"/>
            <a:t>Automatically detecting the text language</a:t>
          </a:r>
          <a:r>
            <a:rPr lang="tr-TR"/>
            <a:t>.</a:t>
          </a:r>
          <a:endParaRPr lang="en-US"/>
        </a:p>
      </dgm:t>
    </dgm:pt>
    <dgm:pt modelId="{BE89D596-47DD-4F95-A8CC-571B3C2D3EF7}" type="parTrans" cxnId="{D4CAE2B6-0379-4B2B-9451-077C9304F917}">
      <dgm:prSet/>
      <dgm:spPr/>
      <dgm:t>
        <a:bodyPr/>
        <a:lstStyle/>
        <a:p>
          <a:endParaRPr lang="en-US"/>
        </a:p>
      </dgm:t>
    </dgm:pt>
    <dgm:pt modelId="{1F82CF17-AA35-4C4C-A031-908B834A74D1}" type="sibTrans" cxnId="{D4CAE2B6-0379-4B2B-9451-077C9304F917}">
      <dgm:prSet/>
      <dgm:spPr/>
      <dgm:t>
        <a:bodyPr/>
        <a:lstStyle/>
        <a:p>
          <a:endParaRPr lang="en-US"/>
        </a:p>
      </dgm:t>
    </dgm:pt>
    <dgm:pt modelId="{A23F8613-0BCB-482F-926D-9B9E8C5F681A}">
      <dgm:prSet/>
      <dgm:spPr/>
      <dgm:t>
        <a:bodyPr/>
        <a:lstStyle/>
        <a:p>
          <a:r>
            <a:rPr lang="en-US"/>
            <a:t>Providing translation to multiple target languages</a:t>
          </a:r>
          <a:r>
            <a:rPr lang="tr-TR"/>
            <a:t>.</a:t>
          </a:r>
          <a:endParaRPr lang="en-US"/>
        </a:p>
      </dgm:t>
    </dgm:pt>
    <dgm:pt modelId="{95B2611E-AE95-40B4-B25A-419A86E6DA8C}" type="parTrans" cxnId="{950C7198-973B-4FF5-829F-8881BC6B83BD}">
      <dgm:prSet/>
      <dgm:spPr/>
      <dgm:t>
        <a:bodyPr/>
        <a:lstStyle/>
        <a:p>
          <a:endParaRPr lang="en-US"/>
        </a:p>
      </dgm:t>
    </dgm:pt>
    <dgm:pt modelId="{1B49691D-A4D4-4AE7-8BD1-AEA89620A237}" type="sibTrans" cxnId="{950C7198-973B-4FF5-829F-8881BC6B83BD}">
      <dgm:prSet/>
      <dgm:spPr/>
      <dgm:t>
        <a:bodyPr/>
        <a:lstStyle/>
        <a:p>
          <a:endParaRPr lang="en-US"/>
        </a:p>
      </dgm:t>
    </dgm:pt>
    <dgm:pt modelId="{9932EF1D-F154-4865-8D41-AC608309EFEA}">
      <dgm:prSet/>
      <dgm:spPr/>
      <dgm:t>
        <a:bodyPr/>
        <a:lstStyle/>
        <a:p>
          <a:r>
            <a:rPr lang="en-US"/>
            <a:t>Managing the system with user and admin roles</a:t>
          </a:r>
          <a:r>
            <a:rPr lang="tr-TR"/>
            <a:t>.</a:t>
          </a:r>
          <a:endParaRPr lang="en-US"/>
        </a:p>
      </dgm:t>
    </dgm:pt>
    <dgm:pt modelId="{68F524E3-C3F4-4362-9350-72857FAC0662}" type="parTrans" cxnId="{6A859C98-F9F2-4955-90D5-5AE7EB4A7AB9}">
      <dgm:prSet/>
      <dgm:spPr/>
      <dgm:t>
        <a:bodyPr/>
        <a:lstStyle/>
        <a:p>
          <a:endParaRPr lang="en-US"/>
        </a:p>
      </dgm:t>
    </dgm:pt>
    <dgm:pt modelId="{604884F7-9E80-41C9-8768-2F5C7D4E807B}" type="sibTrans" cxnId="{6A859C98-F9F2-4955-90D5-5AE7EB4A7AB9}">
      <dgm:prSet/>
      <dgm:spPr/>
      <dgm:t>
        <a:bodyPr/>
        <a:lstStyle/>
        <a:p>
          <a:endParaRPr lang="en-US"/>
        </a:p>
      </dgm:t>
    </dgm:pt>
    <dgm:pt modelId="{C12EA5FB-8453-401A-9F12-7B15E8BF0E85}">
      <dgm:prSet/>
      <dgm:spPr/>
      <dgm:t>
        <a:bodyPr/>
        <a:lstStyle/>
        <a:p>
          <a:r>
            <a:rPr lang="en-US"/>
            <a:t>Offering a modular and scalable architecture</a:t>
          </a:r>
          <a:r>
            <a:rPr lang="tr-TR"/>
            <a:t>.</a:t>
          </a:r>
          <a:endParaRPr lang="en-US"/>
        </a:p>
      </dgm:t>
    </dgm:pt>
    <dgm:pt modelId="{3D3E2084-C316-4406-BF68-938E6968E2AE}" type="parTrans" cxnId="{71AA6A35-1D06-4C47-9AC3-86D43168E6A0}">
      <dgm:prSet/>
      <dgm:spPr/>
      <dgm:t>
        <a:bodyPr/>
        <a:lstStyle/>
        <a:p>
          <a:endParaRPr lang="en-US"/>
        </a:p>
      </dgm:t>
    </dgm:pt>
    <dgm:pt modelId="{332C0B37-91BD-4CA5-A928-FA66EEF4FD5B}" type="sibTrans" cxnId="{71AA6A35-1D06-4C47-9AC3-86D43168E6A0}">
      <dgm:prSet/>
      <dgm:spPr/>
      <dgm:t>
        <a:bodyPr/>
        <a:lstStyle/>
        <a:p>
          <a:endParaRPr lang="en-US"/>
        </a:p>
      </dgm:t>
    </dgm:pt>
    <dgm:pt modelId="{3F08F7C8-9526-4B46-ADF6-A5F6FF11C3DA}" type="pres">
      <dgm:prSet presAssocID="{D7576F36-8BA5-4B71-887F-392EBD22232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tr-TR"/>
        </a:p>
      </dgm:t>
    </dgm:pt>
    <dgm:pt modelId="{1B82798E-5087-4579-83F4-174066055725}" type="pres">
      <dgm:prSet presAssocID="{6D61C5F0-5B4D-4BDA-9765-13030C749E51}" presName="parentText" presStyleLbl="node1" presStyleIdx="0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7F39164F-C088-44E4-9666-AE287982C1A8}" type="pres">
      <dgm:prSet presAssocID="{FA5A820F-B476-472C-B857-98AF0736D1E8}" presName="spacer" presStyleCnt="0"/>
      <dgm:spPr/>
    </dgm:pt>
    <dgm:pt modelId="{5D99041F-291C-4D10-B9C5-60F50C29602E}" type="pres">
      <dgm:prSet presAssocID="{9EA538A7-6774-4F48-B379-BAF04200EA25}" presName="parentText" presStyleLbl="node1" presStyleIdx="1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26CEA64D-A341-49B7-A0FF-B8143C93A032}" type="pres">
      <dgm:prSet presAssocID="{5B3EDDC3-BD77-4C63-815D-3B03767708B6}" presName="spacer" presStyleCnt="0"/>
      <dgm:spPr/>
    </dgm:pt>
    <dgm:pt modelId="{6BFD8995-CCAB-4D44-B684-EBB8CAA4421C}" type="pres">
      <dgm:prSet presAssocID="{842346A9-591E-43CE-9356-CAEB92DE6974}" presName="parentText" presStyleLbl="node1" presStyleIdx="2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283D6A75-649B-497B-886A-676217B3A3DA}" type="pres">
      <dgm:prSet presAssocID="{BFB99760-571D-4568-AC61-6F2D3D495C3F}" presName="spacer" presStyleCnt="0"/>
      <dgm:spPr/>
    </dgm:pt>
    <dgm:pt modelId="{DB21DACF-3836-454F-8D38-E89007900EB3}" type="pres">
      <dgm:prSet presAssocID="{1F70EE53-BF01-4CCE-852E-DAC7ACEE3D15}" presName="parentText" presStyleLbl="node1" presStyleIdx="3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EC76F939-05D4-489D-83CE-068AC5807E89}" type="pres">
      <dgm:prSet presAssocID="{2C154B45-B58D-44C5-8459-032938E9AD2A}" presName="spacer" presStyleCnt="0"/>
      <dgm:spPr/>
    </dgm:pt>
    <dgm:pt modelId="{1ACF5D32-899B-474F-B79B-5800C5BBC93E}" type="pres">
      <dgm:prSet presAssocID="{025A19E8-CD5C-4E8E-8268-C5C4145C0E43}" presName="parentText" presStyleLbl="node1" presStyleIdx="4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46021BA1-1A1B-48D1-BF3C-E542836786A8}" type="pres">
      <dgm:prSet presAssocID="{E9194990-EE52-4349-836B-AF72EB6129F0}" presName="spacer" presStyleCnt="0"/>
      <dgm:spPr/>
    </dgm:pt>
    <dgm:pt modelId="{45A73438-7278-436E-8874-5CB087D3C133}" type="pres">
      <dgm:prSet presAssocID="{FA376C02-2386-41ED-AF4C-29A91D4E5714}" presName="parentText" presStyleLbl="node1" presStyleIdx="5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CC149730-F5C1-4E8B-B60E-DF6B7FD666C2}" type="pres">
      <dgm:prSet presAssocID="{1F82CF17-AA35-4C4C-A031-908B834A74D1}" presName="spacer" presStyleCnt="0"/>
      <dgm:spPr/>
    </dgm:pt>
    <dgm:pt modelId="{9D4E1D2B-54E5-44CD-B51E-8F2619768FC2}" type="pres">
      <dgm:prSet presAssocID="{A23F8613-0BCB-482F-926D-9B9E8C5F681A}" presName="parentText" presStyleLbl="node1" presStyleIdx="6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687381ED-DB8C-4192-86A8-8928005EDF54}" type="pres">
      <dgm:prSet presAssocID="{1B49691D-A4D4-4AE7-8BD1-AEA89620A237}" presName="spacer" presStyleCnt="0"/>
      <dgm:spPr/>
    </dgm:pt>
    <dgm:pt modelId="{43F208AA-76B8-4F8A-8062-EEE64B58D6E8}" type="pres">
      <dgm:prSet presAssocID="{9932EF1D-F154-4865-8D41-AC608309EFEA}" presName="parentText" presStyleLbl="node1" presStyleIdx="7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3CC098AE-107A-4501-9BF9-A5B0220A8640}" type="pres">
      <dgm:prSet presAssocID="{604884F7-9E80-41C9-8768-2F5C7D4E807B}" presName="spacer" presStyleCnt="0"/>
      <dgm:spPr/>
    </dgm:pt>
    <dgm:pt modelId="{5EAEA888-0848-455D-88AA-C26D35C49407}" type="pres">
      <dgm:prSet presAssocID="{C12EA5FB-8453-401A-9F12-7B15E8BF0E85}" presName="parentText" presStyleLbl="node1" presStyleIdx="8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tr-TR"/>
        </a:p>
      </dgm:t>
    </dgm:pt>
  </dgm:ptLst>
  <dgm:cxnLst>
    <dgm:cxn modelId="{D4CAE2B6-0379-4B2B-9451-077C9304F917}" srcId="{D7576F36-8BA5-4B71-887F-392EBD22232C}" destId="{FA376C02-2386-41ED-AF4C-29A91D4E5714}" srcOrd="5" destOrd="0" parTransId="{BE89D596-47DD-4F95-A8CC-571B3C2D3EF7}" sibTransId="{1F82CF17-AA35-4C4C-A031-908B834A74D1}"/>
    <dgm:cxn modelId="{71AA6A35-1D06-4C47-9AC3-86D43168E6A0}" srcId="{D7576F36-8BA5-4B71-887F-392EBD22232C}" destId="{C12EA5FB-8453-401A-9F12-7B15E8BF0E85}" srcOrd="8" destOrd="0" parTransId="{3D3E2084-C316-4406-BF68-938E6968E2AE}" sibTransId="{332C0B37-91BD-4CA5-A928-FA66EEF4FD5B}"/>
    <dgm:cxn modelId="{052858C3-2AF7-46E9-9FD6-50D442FE2ABF}" type="presOf" srcId="{6D61C5F0-5B4D-4BDA-9765-13030C749E51}" destId="{1B82798E-5087-4579-83F4-174066055725}" srcOrd="0" destOrd="0" presId="urn:microsoft.com/office/officeart/2005/8/layout/vList2"/>
    <dgm:cxn modelId="{5497DD32-664C-4128-A766-AC5FE5A93C99}" type="presOf" srcId="{9EA538A7-6774-4F48-B379-BAF04200EA25}" destId="{5D99041F-291C-4D10-B9C5-60F50C29602E}" srcOrd="0" destOrd="0" presId="urn:microsoft.com/office/officeart/2005/8/layout/vList2"/>
    <dgm:cxn modelId="{347FB095-1733-4666-BAFB-D09D13F81521}" type="presOf" srcId="{9932EF1D-F154-4865-8D41-AC608309EFEA}" destId="{43F208AA-76B8-4F8A-8062-EEE64B58D6E8}" srcOrd="0" destOrd="0" presId="urn:microsoft.com/office/officeart/2005/8/layout/vList2"/>
    <dgm:cxn modelId="{8C90AA80-EF93-4D9D-B5D6-048A8707B3DE}" type="presOf" srcId="{1F70EE53-BF01-4CCE-852E-DAC7ACEE3D15}" destId="{DB21DACF-3836-454F-8D38-E89007900EB3}" srcOrd="0" destOrd="0" presId="urn:microsoft.com/office/officeart/2005/8/layout/vList2"/>
    <dgm:cxn modelId="{705B42FE-5868-45FF-A748-7FF0565ECAD6}" type="presOf" srcId="{842346A9-591E-43CE-9356-CAEB92DE6974}" destId="{6BFD8995-CCAB-4D44-B684-EBB8CAA4421C}" srcOrd="0" destOrd="0" presId="urn:microsoft.com/office/officeart/2005/8/layout/vList2"/>
    <dgm:cxn modelId="{DA9847B6-FEB8-4790-8828-AA92FC81F29E}" type="presOf" srcId="{C12EA5FB-8453-401A-9F12-7B15E8BF0E85}" destId="{5EAEA888-0848-455D-88AA-C26D35C49407}" srcOrd="0" destOrd="0" presId="urn:microsoft.com/office/officeart/2005/8/layout/vList2"/>
    <dgm:cxn modelId="{C01A3B46-1B89-4B1A-8B89-5109ABF2B322}" srcId="{D7576F36-8BA5-4B71-887F-392EBD22232C}" destId="{842346A9-591E-43CE-9356-CAEB92DE6974}" srcOrd="2" destOrd="0" parTransId="{00F2C931-8995-4DE5-806F-31B3E8C70185}" sibTransId="{BFB99760-571D-4568-AC61-6F2D3D495C3F}"/>
    <dgm:cxn modelId="{BEB4D5B1-132C-44C4-9023-4593BDEC78CF}" srcId="{D7576F36-8BA5-4B71-887F-392EBD22232C}" destId="{9EA538A7-6774-4F48-B379-BAF04200EA25}" srcOrd="1" destOrd="0" parTransId="{355E67CB-FCB5-4DB7-B85A-2951E52631B1}" sibTransId="{5B3EDDC3-BD77-4C63-815D-3B03767708B6}"/>
    <dgm:cxn modelId="{A01B9F8D-52BB-4F9A-96D2-5A74B2BB7A1F}" srcId="{D7576F36-8BA5-4B71-887F-392EBD22232C}" destId="{025A19E8-CD5C-4E8E-8268-C5C4145C0E43}" srcOrd="4" destOrd="0" parTransId="{ADF0D625-0005-4AD5-A07F-A98FB5D500ED}" sibTransId="{E9194990-EE52-4349-836B-AF72EB6129F0}"/>
    <dgm:cxn modelId="{9FF14AE1-1A05-4BFA-8032-B1ACECA0D70F}" type="presOf" srcId="{A23F8613-0BCB-482F-926D-9B9E8C5F681A}" destId="{9D4E1D2B-54E5-44CD-B51E-8F2619768FC2}" srcOrd="0" destOrd="0" presId="urn:microsoft.com/office/officeart/2005/8/layout/vList2"/>
    <dgm:cxn modelId="{950C7198-973B-4FF5-829F-8881BC6B83BD}" srcId="{D7576F36-8BA5-4B71-887F-392EBD22232C}" destId="{A23F8613-0BCB-482F-926D-9B9E8C5F681A}" srcOrd="6" destOrd="0" parTransId="{95B2611E-AE95-40B4-B25A-419A86E6DA8C}" sibTransId="{1B49691D-A4D4-4AE7-8BD1-AEA89620A237}"/>
    <dgm:cxn modelId="{625D5E72-FED0-457F-A643-F2702A712581}" srcId="{D7576F36-8BA5-4B71-887F-392EBD22232C}" destId="{1F70EE53-BF01-4CCE-852E-DAC7ACEE3D15}" srcOrd="3" destOrd="0" parTransId="{854007A8-BAEA-4F25-8A28-FB085C047FA7}" sibTransId="{2C154B45-B58D-44C5-8459-032938E9AD2A}"/>
    <dgm:cxn modelId="{FFE42CAE-2DC1-4DD8-A992-4105A67155C1}" type="presOf" srcId="{FA376C02-2386-41ED-AF4C-29A91D4E5714}" destId="{45A73438-7278-436E-8874-5CB087D3C133}" srcOrd="0" destOrd="0" presId="urn:microsoft.com/office/officeart/2005/8/layout/vList2"/>
    <dgm:cxn modelId="{7E2FAFAC-E4EA-457C-9E45-8A1A7809FB57}" type="presOf" srcId="{025A19E8-CD5C-4E8E-8268-C5C4145C0E43}" destId="{1ACF5D32-899B-474F-B79B-5800C5BBC93E}" srcOrd="0" destOrd="0" presId="urn:microsoft.com/office/officeart/2005/8/layout/vList2"/>
    <dgm:cxn modelId="{6A859C98-F9F2-4955-90D5-5AE7EB4A7AB9}" srcId="{D7576F36-8BA5-4B71-887F-392EBD22232C}" destId="{9932EF1D-F154-4865-8D41-AC608309EFEA}" srcOrd="7" destOrd="0" parTransId="{68F524E3-C3F4-4362-9350-72857FAC0662}" sibTransId="{604884F7-9E80-41C9-8768-2F5C7D4E807B}"/>
    <dgm:cxn modelId="{AB1B9EF0-C943-48EF-B2BB-AB38511AC9E6}" type="presOf" srcId="{D7576F36-8BA5-4B71-887F-392EBD22232C}" destId="{3F08F7C8-9526-4B46-ADF6-A5F6FF11C3DA}" srcOrd="0" destOrd="0" presId="urn:microsoft.com/office/officeart/2005/8/layout/vList2"/>
    <dgm:cxn modelId="{C3A9EC15-4FB5-461C-BBE4-BD8A7BD0331E}" srcId="{D7576F36-8BA5-4B71-887F-392EBD22232C}" destId="{6D61C5F0-5B4D-4BDA-9765-13030C749E51}" srcOrd="0" destOrd="0" parTransId="{66414F66-705B-432F-9A02-037AADD0D679}" sibTransId="{FA5A820F-B476-472C-B857-98AF0736D1E8}"/>
    <dgm:cxn modelId="{EA273010-A922-4EFA-9C41-F08D88102CED}" type="presParOf" srcId="{3F08F7C8-9526-4B46-ADF6-A5F6FF11C3DA}" destId="{1B82798E-5087-4579-83F4-174066055725}" srcOrd="0" destOrd="0" presId="urn:microsoft.com/office/officeart/2005/8/layout/vList2"/>
    <dgm:cxn modelId="{5AC26FF8-21FB-413D-9A01-466BFA744B65}" type="presParOf" srcId="{3F08F7C8-9526-4B46-ADF6-A5F6FF11C3DA}" destId="{7F39164F-C088-44E4-9666-AE287982C1A8}" srcOrd="1" destOrd="0" presId="urn:microsoft.com/office/officeart/2005/8/layout/vList2"/>
    <dgm:cxn modelId="{E416FD9B-A7A7-406C-8D97-4A5A8104FCA6}" type="presParOf" srcId="{3F08F7C8-9526-4B46-ADF6-A5F6FF11C3DA}" destId="{5D99041F-291C-4D10-B9C5-60F50C29602E}" srcOrd="2" destOrd="0" presId="urn:microsoft.com/office/officeart/2005/8/layout/vList2"/>
    <dgm:cxn modelId="{D741088B-6DA0-46E9-964E-E670B8090BF2}" type="presParOf" srcId="{3F08F7C8-9526-4B46-ADF6-A5F6FF11C3DA}" destId="{26CEA64D-A341-49B7-A0FF-B8143C93A032}" srcOrd="3" destOrd="0" presId="urn:microsoft.com/office/officeart/2005/8/layout/vList2"/>
    <dgm:cxn modelId="{0D68285C-41FA-4C7F-9BA8-4C9FA73D65CB}" type="presParOf" srcId="{3F08F7C8-9526-4B46-ADF6-A5F6FF11C3DA}" destId="{6BFD8995-CCAB-4D44-B684-EBB8CAA4421C}" srcOrd="4" destOrd="0" presId="urn:microsoft.com/office/officeart/2005/8/layout/vList2"/>
    <dgm:cxn modelId="{5ED1C942-D052-4459-AB6F-44967F73DEBC}" type="presParOf" srcId="{3F08F7C8-9526-4B46-ADF6-A5F6FF11C3DA}" destId="{283D6A75-649B-497B-886A-676217B3A3DA}" srcOrd="5" destOrd="0" presId="urn:microsoft.com/office/officeart/2005/8/layout/vList2"/>
    <dgm:cxn modelId="{7F9854F2-8135-487D-8440-B27700747D1D}" type="presParOf" srcId="{3F08F7C8-9526-4B46-ADF6-A5F6FF11C3DA}" destId="{DB21DACF-3836-454F-8D38-E89007900EB3}" srcOrd="6" destOrd="0" presId="urn:microsoft.com/office/officeart/2005/8/layout/vList2"/>
    <dgm:cxn modelId="{A6441FD7-13A5-4534-8653-66CF1EF8BB7D}" type="presParOf" srcId="{3F08F7C8-9526-4B46-ADF6-A5F6FF11C3DA}" destId="{EC76F939-05D4-489D-83CE-068AC5807E89}" srcOrd="7" destOrd="0" presId="urn:microsoft.com/office/officeart/2005/8/layout/vList2"/>
    <dgm:cxn modelId="{A25C22FF-6C7E-45AA-B4F0-D44B54126400}" type="presParOf" srcId="{3F08F7C8-9526-4B46-ADF6-A5F6FF11C3DA}" destId="{1ACF5D32-899B-474F-B79B-5800C5BBC93E}" srcOrd="8" destOrd="0" presId="urn:microsoft.com/office/officeart/2005/8/layout/vList2"/>
    <dgm:cxn modelId="{F1A4C600-F7FF-4A91-BC9B-FA88D6E6013E}" type="presParOf" srcId="{3F08F7C8-9526-4B46-ADF6-A5F6FF11C3DA}" destId="{46021BA1-1A1B-48D1-BF3C-E542836786A8}" srcOrd="9" destOrd="0" presId="urn:microsoft.com/office/officeart/2005/8/layout/vList2"/>
    <dgm:cxn modelId="{6A8EA431-8FA4-436C-B0DF-5CE4DD5D2C33}" type="presParOf" srcId="{3F08F7C8-9526-4B46-ADF6-A5F6FF11C3DA}" destId="{45A73438-7278-436E-8874-5CB087D3C133}" srcOrd="10" destOrd="0" presId="urn:microsoft.com/office/officeart/2005/8/layout/vList2"/>
    <dgm:cxn modelId="{99D88987-7DB9-4600-90C6-A0B80B06F1FF}" type="presParOf" srcId="{3F08F7C8-9526-4B46-ADF6-A5F6FF11C3DA}" destId="{CC149730-F5C1-4E8B-B60E-DF6B7FD666C2}" srcOrd="11" destOrd="0" presId="urn:microsoft.com/office/officeart/2005/8/layout/vList2"/>
    <dgm:cxn modelId="{CE97C71C-5B60-4F28-82F6-3AE120B317F9}" type="presParOf" srcId="{3F08F7C8-9526-4B46-ADF6-A5F6FF11C3DA}" destId="{9D4E1D2B-54E5-44CD-B51E-8F2619768FC2}" srcOrd="12" destOrd="0" presId="urn:microsoft.com/office/officeart/2005/8/layout/vList2"/>
    <dgm:cxn modelId="{8B0A7331-0B60-4E09-AF89-0B239E8C0C21}" type="presParOf" srcId="{3F08F7C8-9526-4B46-ADF6-A5F6FF11C3DA}" destId="{687381ED-DB8C-4192-86A8-8928005EDF54}" srcOrd="13" destOrd="0" presId="urn:microsoft.com/office/officeart/2005/8/layout/vList2"/>
    <dgm:cxn modelId="{431745E6-4B55-4E13-8143-DEC9CF5C70A4}" type="presParOf" srcId="{3F08F7C8-9526-4B46-ADF6-A5F6FF11C3DA}" destId="{43F208AA-76B8-4F8A-8062-EEE64B58D6E8}" srcOrd="14" destOrd="0" presId="urn:microsoft.com/office/officeart/2005/8/layout/vList2"/>
    <dgm:cxn modelId="{5E9EC891-E5C0-47A8-8A1C-8DD29F125134}" type="presParOf" srcId="{3F08F7C8-9526-4B46-ADF6-A5F6FF11C3DA}" destId="{3CC098AE-107A-4501-9BF9-A5B0220A8640}" srcOrd="15" destOrd="0" presId="urn:microsoft.com/office/officeart/2005/8/layout/vList2"/>
    <dgm:cxn modelId="{99C4D5BF-87B4-4CDC-8BCF-BC2B2DA1179E}" type="presParOf" srcId="{3F08F7C8-9526-4B46-ADF6-A5F6FF11C3DA}" destId="{5EAEA888-0848-455D-88AA-C26D35C49407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6E72DC-7E70-4984-9A46-F1C2800F0BB6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389EBF82-DE92-43B9-8317-B87AE143DA21}">
      <dgm:prSet/>
      <dgm:spPr/>
      <dgm:t>
        <a:bodyPr/>
        <a:lstStyle/>
        <a:p>
          <a:r>
            <a:rPr lang="tr-TR"/>
            <a:t>Backend: Python, Flask</a:t>
          </a:r>
          <a:endParaRPr lang="en-US"/>
        </a:p>
      </dgm:t>
    </dgm:pt>
    <dgm:pt modelId="{41A1D278-BA70-4955-A4A8-5DCBFE4FABC3}" type="parTrans" cxnId="{869C0468-3945-4BBF-BD57-949BFCF053CB}">
      <dgm:prSet/>
      <dgm:spPr/>
      <dgm:t>
        <a:bodyPr/>
        <a:lstStyle/>
        <a:p>
          <a:endParaRPr lang="en-US"/>
        </a:p>
      </dgm:t>
    </dgm:pt>
    <dgm:pt modelId="{50FD6FC3-F451-4658-9B6D-1EFDE8D6A4A3}" type="sibTrans" cxnId="{869C0468-3945-4BBF-BD57-949BFCF053CB}">
      <dgm:prSet/>
      <dgm:spPr/>
      <dgm:t>
        <a:bodyPr/>
        <a:lstStyle/>
        <a:p>
          <a:endParaRPr lang="en-US"/>
        </a:p>
      </dgm:t>
    </dgm:pt>
    <dgm:pt modelId="{34A8C604-299A-4FB4-9C0A-4C9B21388319}">
      <dgm:prSet/>
      <dgm:spPr/>
      <dgm:t>
        <a:bodyPr/>
        <a:lstStyle/>
        <a:p>
          <a:r>
            <a:rPr lang="tr-TR"/>
            <a:t>Database: SQLite, SQLAlchemy ORM</a:t>
          </a:r>
          <a:endParaRPr lang="en-US"/>
        </a:p>
      </dgm:t>
    </dgm:pt>
    <dgm:pt modelId="{C593C59A-F68C-48F2-BDB4-4A25E9C4693C}" type="parTrans" cxnId="{2CB0A808-8A6F-4D40-B0BD-319C18AD009C}">
      <dgm:prSet/>
      <dgm:spPr/>
      <dgm:t>
        <a:bodyPr/>
        <a:lstStyle/>
        <a:p>
          <a:endParaRPr lang="en-US"/>
        </a:p>
      </dgm:t>
    </dgm:pt>
    <dgm:pt modelId="{64989F6F-2113-4C70-95BC-6A04933CE5D7}" type="sibTrans" cxnId="{2CB0A808-8A6F-4D40-B0BD-319C18AD009C}">
      <dgm:prSet/>
      <dgm:spPr/>
      <dgm:t>
        <a:bodyPr/>
        <a:lstStyle/>
        <a:p>
          <a:endParaRPr lang="en-US"/>
        </a:p>
      </dgm:t>
    </dgm:pt>
    <dgm:pt modelId="{49A7E61C-73B1-4FE1-92D7-C42F11F2E2A5}">
      <dgm:prSet/>
      <dgm:spPr/>
      <dgm:t>
        <a:bodyPr/>
        <a:lstStyle/>
        <a:p>
          <a:r>
            <a:rPr lang="tr-TR"/>
            <a:t>Authentication: Flask-Login</a:t>
          </a:r>
          <a:endParaRPr lang="en-US"/>
        </a:p>
      </dgm:t>
    </dgm:pt>
    <dgm:pt modelId="{531C3B04-9A84-4FE9-BEF9-76EE588F4544}" type="parTrans" cxnId="{B0E69326-9F32-4D67-A815-2254E92190C6}">
      <dgm:prSet/>
      <dgm:spPr/>
      <dgm:t>
        <a:bodyPr/>
        <a:lstStyle/>
        <a:p>
          <a:endParaRPr lang="en-US"/>
        </a:p>
      </dgm:t>
    </dgm:pt>
    <dgm:pt modelId="{84612185-2170-42DA-9993-5CA9FABE3BF3}" type="sibTrans" cxnId="{B0E69326-9F32-4D67-A815-2254E92190C6}">
      <dgm:prSet/>
      <dgm:spPr/>
      <dgm:t>
        <a:bodyPr/>
        <a:lstStyle/>
        <a:p>
          <a:endParaRPr lang="en-US"/>
        </a:p>
      </dgm:t>
    </dgm:pt>
    <dgm:pt modelId="{10FB3E56-424A-43FD-B464-4CB5835CE50A}">
      <dgm:prSet/>
      <dgm:spPr/>
      <dgm:t>
        <a:bodyPr/>
        <a:lstStyle/>
        <a:p>
          <a:r>
            <a:rPr lang="en-US"/>
            <a:t>API Services: DetectLanguage AP</a:t>
          </a:r>
          <a:r>
            <a:rPr lang="tr-TR"/>
            <a:t>I</a:t>
          </a:r>
          <a:endParaRPr lang="en-US"/>
        </a:p>
      </dgm:t>
    </dgm:pt>
    <dgm:pt modelId="{A96D77D7-CC40-44B0-AC54-89A5EB6B5D6D}" type="parTrans" cxnId="{8E741B33-19E9-4D24-AEDF-0C9627D7549A}">
      <dgm:prSet/>
      <dgm:spPr/>
      <dgm:t>
        <a:bodyPr/>
        <a:lstStyle/>
        <a:p>
          <a:endParaRPr lang="en-US"/>
        </a:p>
      </dgm:t>
    </dgm:pt>
    <dgm:pt modelId="{D5E1A782-1CCF-406D-A7F6-1AB464F1292A}" type="sibTrans" cxnId="{8E741B33-19E9-4D24-AEDF-0C9627D7549A}">
      <dgm:prSet/>
      <dgm:spPr/>
      <dgm:t>
        <a:bodyPr/>
        <a:lstStyle/>
        <a:p>
          <a:endParaRPr lang="en-US"/>
        </a:p>
      </dgm:t>
    </dgm:pt>
    <dgm:pt modelId="{61011321-3CE8-4779-ADF6-C63E91FCB099}" type="pres">
      <dgm:prSet presAssocID="{B46E72DC-7E70-4984-9A46-F1C2800F0BB6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tr-TR"/>
        </a:p>
      </dgm:t>
    </dgm:pt>
    <dgm:pt modelId="{17BBC07A-76E0-44E1-BB33-FF611A14539F}" type="pres">
      <dgm:prSet presAssocID="{389EBF82-DE92-43B9-8317-B87AE143DA21}" presName="parentLin" presStyleCnt="0"/>
      <dgm:spPr/>
    </dgm:pt>
    <dgm:pt modelId="{3E6DC30A-FC87-4DD4-88CA-9D9EFA66FCDA}" type="pres">
      <dgm:prSet presAssocID="{389EBF82-DE92-43B9-8317-B87AE143DA21}" presName="parentLeftMargin" presStyleLbl="node1" presStyleIdx="0" presStyleCnt="4"/>
      <dgm:spPr/>
      <dgm:t>
        <a:bodyPr/>
        <a:lstStyle/>
        <a:p>
          <a:endParaRPr lang="tr-TR"/>
        </a:p>
      </dgm:t>
    </dgm:pt>
    <dgm:pt modelId="{29826D64-2C14-466A-A6A8-7E7206F64EFD}" type="pres">
      <dgm:prSet presAssocID="{389EBF82-DE92-43B9-8317-B87AE143DA21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0007FF43-3330-460D-B6C8-8822DC896464}" type="pres">
      <dgm:prSet presAssocID="{389EBF82-DE92-43B9-8317-B87AE143DA21}" presName="negativeSpace" presStyleCnt="0"/>
      <dgm:spPr/>
    </dgm:pt>
    <dgm:pt modelId="{D42A8440-1216-47F7-A647-79DF04ED966D}" type="pres">
      <dgm:prSet presAssocID="{389EBF82-DE92-43B9-8317-B87AE143DA21}" presName="childText" presStyleLbl="conFgAcc1" presStyleIdx="0" presStyleCnt="4">
        <dgm:presLayoutVars>
          <dgm:bulletEnabled val="1"/>
        </dgm:presLayoutVars>
      </dgm:prSet>
      <dgm:spPr/>
    </dgm:pt>
    <dgm:pt modelId="{88D1E368-8405-467B-B7DB-D7C7067717F3}" type="pres">
      <dgm:prSet presAssocID="{50FD6FC3-F451-4658-9B6D-1EFDE8D6A4A3}" presName="spaceBetweenRectangles" presStyleCnt="0"/>
      <dgm:spPr/>
    </dgm:pt>
    <dgm:pt modelId="{4F0CAC50-B163-4398-BDC1-6B7DC06A067A}" type="pres">
      <dgm:prSet presAssocID="{34A8C604-299A-4FB4-9C0A-4C9B21388319}" presName="parentLin" presStyleCnt="0"/>
      <dgm:spPr/>
    </dgm:pt>
    <dgm:pt modelId="{1A1E883B-14BE-4EDB-AA75-BCAC4934FD2E}" type="pres">
      <dgm:prSet presAssocID="{34A8C604-299A-4FB4-9C0A-4C9B21388319}" presName="parentLeftMargin" presStyleLbl="node1" presStyleIdx="0" presStyleCnt="4"/>
      <dgm:spPr/>
      <dgm:t>
        <a:bodyPr/>
        <a:lstStyle/>
        <a:p>
          <a:endParaRPr lang="tr-TR"/>
        </a:p>
      </dgm:t>
    </dgm:pt>
    <dgm:pt modelId="{CB11D609-88CC-4A35-88E9-9DBD0EB5BE81}" type="pres">
      <dgm:prSet presAssocID="{34A8C604-299A-4FB4-9C0A-4C9B21388319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07B3B8D7-1393-433C-A47A-D1F116F1F56B}" type="pres">
      <dgm:prSet presAssocID="{34A8C604-299A-4FB4-9C0A-4C9B21388319}" presName="negativeSpace" presStyleCnt="0"/>
      <dgm:spPr/>
    </dgm:pt>
    <dgm:pt modelId="{9B38477B-7A76-4970-9A1E-A8139C6A503C}" type="pres">
      <dgm:prSet presAssocID="{34A8C604-299A-4FB4-9C0A-4C9B21388319}" presName="childText" presStyleLbl="conFgAcc1" presStyleIdx="1" presStyleCnt="4">
        <dgm:presLayoutVars>
          <dgm:bulletEnabled val="1"/>
        </dgm:presLayoutVars>
      </dgm:prSet>
      <dgm:spPr/>
    </dgm:pt>
    <dgm:pt modelId="{59AD82E6-05F3-4D85-9A57-D78DF6B0675F}" type="pres">
      <dgm:prSet presAssocID="{64989F6F-2113-4C70-95BC-6A04933CE5D7}" presName="spaceBetweenRectangles" presStyleCnt="0"/>
      <dgm:spPr/>
    </dgm:pt>
    <dgm:pt modelId="{D23AFCDE-2CB7-4050-A978-789F09A539FC}" type="pres">
      <dgm:prSet presAssocID="{49A7E61C-73B1-4FE1-92D7-C42F11F2E2A5}" presName="parentLin" presStyleCnt="0"/>
      <dgm:spPr/>
    </dgm:pt>
    <dgm:pt modelId="{319B9453-27EB-4509-B70E-BBABED81C32B}" type="pres">
      <dgm:prSet presAssocID="{49A7E61C-73B1-4FE1-92D7-C42F11F2E2A5}" presName="parentLeftMargin" presStyleLbl="node1" presStyleIdx="1" presStyleCnt="4"/>
      <dgm:spPr/>
      <dgm:t>
        <a:bodyPr/>
        <a:lstStyle/>
        <a:p>
          <a:endParaRPr lang="tr-TR"/>
        </a:p>
      </dgm:t>
    </dgm:pt>
    <dgm:pt modelId="{D9484C3D-E65E-4D3D-92EF-924C06F6B792}" type="pres">
      <dgm:prSet presAssocID="{49A7E61C-73B1-4FE1-92D7-C42F11F2E2A5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92767BF8-2788-4122-AE5B-7FE7415C716E}" type="pres">
      <dgm:prSet presAssocID="{49A7E61C-73B1-4FE1-92D7-C42F11F2E2A5}" presName="negativeSpace" presStyleCnt="0"/>
      <dgm:spPr/>
    </dgm:pt>
    <dgm:pt modelId="{5BB9EBB0-8D3F-486B-9E69-5B468ED399CE}" type="pres">
      <dgm:prSet presAssocID="{49A7E61C-73B1-4FE1-92D7-C42F11F2E2A5}" presName="childText" presStyleLbl="conFgAcc1" presStyleIdx="2" presStyleCnt="4">
        <dgm:presLayoutVars>
          <dgm:bulletEnabled val="1"/>
        </dgm:presLayoutVars>
      </dgm:prSet>
      <dgm:spPr/>
    </dgm:pt>
    <dgm:pt modelId="{621DCD11-0493-4D68-8D36-A2EA29932F95}" type="pres">
      <dgm:prSet presAssocID="{84612185-2170-42DA-9993-5CA9FABE3BF3}" presName="spaceBetweenRectangles" presStyleCnt="0"/>
      <dgm:spPr/>
    </dgm:pt>
    <dgm:pt modelId="{837868B7-5545-4205-A6C9-7FB02FEEABA1}" type="pres">
      <dgm:prSet presAssocID="{10FB3E56-424A-43FD-B464-4CB5835CE50A}" presName="parentLin" presStyleCnt="0"/>
      <dgm:spPr/>
    </dgm:pt>
    <dgm:pt modelId="{205CE26B-00F9-45B7-A79B-414A1468D200}" type="pres">
      <dgm:prSet presAssocID="{10FB3E56-424A-43FD-B464-4CB5835CE50A}" presName="parentLeftMargin" presStyleLbl="node1" presStyleIdx="2" presStyleCnt="4"/>
      <dgm:spPr/>
      <dgm:t>
        <a:bodyPr/>
        <a:lstStyle/>
        <a:p>
          <a:endParaRPr lang="tr-TR"/>
        </a:p>
      </dgm:t>
    </dgm:pt>
    <dgm:pt modelId="{9FCC126B-4731-4E34-A1E7-5E03F809F281}" type="pres">
      <dgm:prSet presAssocID="{10FB3E56-424A-43FD-B464-4CB5835CE50A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1449E14F-2FAF-4E88-BEE3-EA1F36BC77C4}" type="pres">
      <dgm:prSet presAssocID="{10FB3E56-424A-43FD-B464-4CB5835CE50A}" presName="negativeSpace" presStyleCnt="0"/>
      <dgm:spPr/>
    </dgm:pt>
    <dgm:pt modelId="{2A2EC1D4-3733-4E82-B998-2BDD0F139237}" type="pres">
      <dgm:prSet presAssocID="{10FB3E56-424A-43FD-B464-4CB5835CE50A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C188ABE-C240-42EE-BDA4-E256CCDCAD32}" type="presOf" srcId="{B46E72DC-7E70-4984-9A46-F1C2800F0BB6}" destId="{61011321-3CE8-4779-ADF6-C63E91FCB099}" srcOrd="0" destOrd="0" presId="urn:microsoft.com/office/officeart/2005/8/layout/list1"/>
    <dgm:cxn modelId="{38EEE2D8-09E2-4539-8CF1-9C620840F1AC}" type="presOf" srcId="{10FB3E56-424A-43FD-B464-4CB5835CE50A}" destId="{205CE26B-00F9-45B7-A79B-414A1468D200}" srcOrd="0" destOrd="0" presId="urn:microsoft.com/office/officeart/2005/8/layout/list1"/>
    <dgm:cxn modelId="{8E741B33-19E9-4D24-AEDF-0C9627D7549A}" srcId="{B46E72DC-7E70-4984-9A46-F1C2800F0BB6}" destId="{10FB3E56-424A-43FD-B464-4CB5835CE50A}" srcOrd="3" destOrd="0" parTransId="{A96D77D7-CC40-44B0-AC54-89A5EB6B5D6D}" sibTransId="{D5E1A782-1CCF-406D-A7F6-1AB464F1292A}"/>
    <dgm:cxn modelId="{CCD92655-B4E1-4C40-BCE8-7AF0C9680D4C}" type="presOf" srcId="{10FB3E56-424A-43FD-B464-4CB5835CE50A}" destId="{9FCC126B-4731-4E34-A1E7-5E03F809F281}" srcOrd="1" destOrd="0" presId="urn:microsoft.com/office/officeart/2005/8/layout/list1"/>
    <dgm:cxn modelId="{2CB0A808-8A6F-4D40-B0BD-319C18AD009C}" srcId="{B46E72DC-7E70-4984-9A46-F1C2800F0BB6}" destId="{34A8C604-299A-4FB4-9C0A-4C9B21388319}" srcOrd="1" destOrd="0" parTransId="{C593C59A-F68C-48F2-BDB4-4A25E9C4693C}" sibTransId="{64989F6F-2113-4C70-95BC-6A04933CE5D7}"/>
    <dgm:cxn modelId="{B0E69326-9F32-4D67-A815-2254E92190C6}" srcId="{B46E72DC-7E70-4984-9A46-F1C2800F0BB6}" destId="{49A7E61C-73B1-4FE1-92D7-C42F11F2E2A5}" srcOrd="2" destOrd="0" parTransId="{531C3B04-9A84-4FE9-BEF9-76EE588F4544}" sibTransId="{84612185-2170-42DA-9993-5CA9FABE3BF3}"/>
    <dgm:cxn modelId="{F9BFB49D-C773-4756-B68F-2D2A77DF719C}" type="presOf" srcId="{34A8C604-299A-4FB4-9C0A-4C9B21388319}" destId="{CB11D609-88CC-4A35-88E9-9DBD0EB5BE81}" srcOrd="1" destOrd="0" presId="urn:microsoft.com/office/officeart/2005/8/layout/list1"/>
    <dgm:cxn modelId="{43C0AAE2-341F-4844-8428-BD7D92590DEC}" type="presOf" srcId="{49A7E61C-73B1-4FE1-92D7-C42F11F2E2A5}" destId="{319B9453-27EB-4509-B70E-BBABED81C32B}" srcOrd="0" destOrd="0" presId="urn:microsoft.com/office/officeart/2005/8/layout/list1"/>
    <dgm:cxn modelId="{E58291D8-4364-4F4A-BEB1-A16DB37AA473}" type="presOf" srcId="{49A7E61C-73B1-4FE1-92D7-C42F11F2E2A5}" destId="{D9484C3D-E65E-4D3D-92EF-924C06F6B792}" srcOrd="1" destOrd="0" presId="urn:microsoft.com/office/officeart/2005/8/layout/list1"/>
    <dgm:cxn modelId="{FA9BF4E0-03DD-4940-B33A-FFD56C3757DC}" type="presOf" srcId="{34A8C604-299A-4FB4-9C0A-4C9B21388319}" destId="{1A1E883B-14BE-4EDB-AA75-BCAC4934FD2E}" srcOrd="0" destOrd="0" presId="urn:microsoft.com/office/officeart/2005/8/layout/list1"/>
    <dgm:cxn modelId="{869C0468-3945-4BBF-BD57-949BFCF053CB}" srcId="{B46E72DC-7E70-4984-9A46-F1C2800F0BB6}" destId="{389EBF82-DE92-43B9-8317-B87AE143DA21}" srcOrd="0" destOrd="0" parTransId="{41A1D278-BA70-4955-A4A8-5DCBFE4FABC3}" sibTransId="{50FD6FC3-F451-4658-9B6D-1EFDE8D6A4A3}"/>
    <dgm:cxn modelId="{CD65D6C3-A745-4D7E-98EB-14D6109D4B82}" type="presOf" srcId="{389EBF82-DE92-43B9-8317-B87AE143DA21}" destId="{3E6DC30A-FC87-4DD4-88CA-9D9EFA66FCDA}" srcOrd="0" destOrd="0" presId="urn:microsoft.com/office/officeart/2005/8/layout/list1"/>
    <dgm:cxn modelId="{14AF9A14-9CFA-4EFA-8B90-A0087BF7D5A5}" type="presOf" srcId="{389EBF82-DE92-43B9-8317-B87AE143DA21}" destId="{29826D64-2C14-466A-A6A8-7E7206F64EFD}" srcOrd="1" destOrd="0" presId="urn:microsoft.com/office/officeart/2005/8/layout/list1"/>
    <dgm:cxn modelId="{90F5C88B-F2FE-4E6E-A472-37657CA01CA7}" type="presParOf" srcId="{61011321-3CE8-4779-ADF6-C63E91FCB099}" destId="{17BBC07A-76E0-44E1-BB33-FF611A14539F}" srcOrd="0" destOrd="0" presId="urn:microsoft.com/office/officeart/2005/8/layout/list1"/>
    <dgm:cxn modelId="{3AB58FCE-F0B5-4F18-82FE-65FDF83A4210}" type="presParOf" srcId="{17BBC07A-76E0-44E1-BB33-FF611A14539F}" destId="{3E6DC30A-FC87-4DD4-88CA-9D9EFA66FCDA}" srcOrd="0" destOrd="0" presId="urn:microsoft.com/office/officeart/2005/8/layout/list1"/>
    <dgm:cxn modelId="{368BA357-E60C-4C7E-ABB8-034D64BD7FFA}" type="presParOf" srcId="{17BBC07A-76E0-44E1-BB33-FF611A14539F}" destId="{29826D64-2C14-466A-A6A8-7E7206F64EFD}" srcOrd="1" destOrd="0" presId="urn:microsoft.com/office/officeart/2005/8/layout/list1"/>
    <dgm:cxn modelId="{7B6D748E-DF06-4EDF-96B0-BA45BB094F51}" type="presParOf" srcId="{61011321-3CE8-4779-ADF6-C63E91FCB099}" destId="{0007FF43-3330-460D-B6C8-8822DC896464}" srcOrd="1" destOrd="0" presId="urn:microsoft.com/office/officeart/2005/8/layout/list1"/>
    <dgm:cxn modelId="{6CD9F288-EF53-461A-83FA-AA91DCFC13C6}" type="presParOf" srcId="{61011321-3CE8-4779-ADF6-C63E91FCB099}" destId="{D42A8440-1216-47F7-A647-79DF04ED966D}" srcOrd="2" destOrd="0" presId="urn:microsoft.com/office/officeart/2005/8/layout/list1"/>
    <dgm:cxn modelId="{AA6D7C0C-E7F0-4556-9348-AB2969635EB2}" type="presParOf" srcId="{61011321-3CE8-4779-ADF6-C63E91FCB099}" destId="{88D1E368-8405-467B-B7DB-D7C7067717F3}" srcOrd="3" destOrd="0" presId="urn:microsoft.com/office/officeart/2005/8/layout/list1"/>
    <dgm:cxn modelId="{C5382D36-A097-4BAC-A037-319E4792D78D}" type="presParOf" srcId="{61011321-3CE8-4779-ADF6-C63E91FCB099}" destId="{4F0CAC50-B163-4398-BDC1-6B7DC06A067A}" srcOrd="4" destOrd="0" presId="urn:microsoft.com/office/officeart/2005/8/layout/list1"/>
    <dgm:cxn modelId="{9498E2A6-A29B-43B5-9B10-F9E8C78493C9}" type="presParOf" srcId="{4F0CAC50-B163-4398-BDC1-6B7DC06A067A}" destId="{1A1E883B-14BE-4EDB-AA75-BCAC4934FD2E}" srcOrd="0" destOrd="0" presId="urn:microsoft.com/office/officeart/2005/8/layout/list1"/>
    <dgm:cxn modelId="{24D3C1FF-5E3B-4E61-9A9E-66EE9F6E29E0}" type="presParOf" srcId="{4F0CAC50-B163-4398-BDC1-6B7DC06A067A}" destId="{CB11D609-88CC-4A35-88E9-9DBD0EB5BE81}" srcOrd="1" destOrd="0" presId="urn:microsoft.com/office/officeart/2005/8/layout/list1"/>
    <dgm:cxn modelId="{27501D58-335B-4EC1-8A1D-83512D09F769}" type="presParOf" srcId="{61011321-3CE8-4779-ADF6-C63E91FCB099}" destId="{07B3B8D7-1393-433C-A47A-D1F116F1F56B}" srcOrd="5" destOrd="0" presId="urn:microsoft.com/office/officeart/2005/8/layout/list1"/>
    <dgm:cxn modelId="{FBCD3C01-6D1C-4EAB-BB6A-1C7715CB1EAC}" type="presParOf" srcId="{61011321-3CE8-4779-ADF6-C63E91FCB099}" destId="{9B38477B-7A76-4970-9A1E-A8139C6A503C}" srcOrd="6" destOrd="0" presId="urn:microsoft.com/office/officeart/2005/8/layout/list1"/>
    <dgm:cxn modelId="{BA974E13-12BF-438C-9733-B97035742A78}" type="presParOf" srcId="{61011321-3CE8-4779-ADF6-C63E91FCB099}" destId="{59AD82E6-05F3-4D85-9A57-D78DF6B0675F}" srcOrd="7" destOrd="0" presId="urn:microsoft.com/office/officeart/2005/8/layout/list1"/>
    <dgm:cxn modelId="{999A3A37-A03C-4E6C-8FFB-D6E2CD1D0B0F}" type="presParOf" srcId="{61011321-3CE8-4779-ADF6-C63E91FCB099}" destId="{D23AFCDE-2CB7-4050-A978-789F09A539FC}" srcOrd="8" destOrd="0" presId="urn:microsoft.com/office/officeart/2005/8/layout/list1"/>
    <dgm:cxn modelId="{7821D397-100D-4A65-B03C-176513F61DAC}" type="presParOf" srcId="{D23AFCDE-2CB7-4050-A978-789F09A539FC}" destId="{319B9453-27EB-4509-B70E-BBABED81C32B}" srcOrd="0" destOrd="0" presId="urn:microsoft.com/office/officeart/2005/8/layout/list1"/>
    <dgm:cxn modelId="{86034CA9-59A6-42C6-B20D-61D0CAA2A84C}" type="presParOf" srcId="{D23AFCDE-2CB7-4050-A978-789F09A539FC}" destId="{D9484C3D-E65E-4D3D-92EF-924C06F6B792}" srcOrd="1" destOrd="0" presId="urn:microsoft.com/office/officeart/2005/8/layout/list1"/>
    <dgm:cxn modelId="{0B19327D-233A-4F4D-B44B-4F7CFF691297}" type="presParOf" srcId="{61011321-3CE8-4779-ADF6-C63E91FCB099}" destId="{92767BF8-2788-4122-AE5B-7FE7415C716E}" srcOrd="9" destOrd="0" presId="urn:microsoft.com/office/officeart/2005/8/layout/list1"/>
    <dgm:cxn modelId="{D4E4D35A-7451-4989-BB74-D1C3D6F123B8}" type="presParOf" srcId="{61011321-3CE8-4779-ADF6-C63E91FCB099}" destId="{5BB9EBB0-8D3F-486B-9E69-5B468ED399CE}" srcOrd="10" destOrd="0" presId="urn:microsoft.com/office/officeart/2005/8/layout/list1"/>
    <dgm:cxn modelId="{49148006-C8AB-4F23-9FFC-5CF99A95C24A}" type="presParOf" srcId="{61011321-3CE8-4779-ADF6-C63E91FCB099}" destId="{621DCD11-0493-4D68-8D36-A2EA29932F95}" srcOrd="11" destOrd="0" presId="urn:microsoft.com/office/officeart/2005/8/layout/list1"/>
    <dgm:cxn modelId="{DB12706F-EDC6-4FD1-9A61-9672C790D403}" type="presParOf" srcId="{61011321-3CE8-4779-ADF6-C63E91FCB099}" destId="{837868B7-5545-4205-A6C9-7FB02FEEABA1}" srcOrd="12" destOrd="0" presId="urn:microsoft.com/office/officeart/2005/8/layout/list1"/>
    <dgm:cxn modelId="{756409E8-4A39-4A19-8D91-B5C610260147}" type="presParOf" srcId="{837868B7-5545-4205-A6C9-7FB02FEEABA1}" destId="{205CE26B-00F9-45B7-A79B-414A1468D200}" srcOrd="0" destOrd="0" presId="urn:microsoft.com/office/officeart/2005/8/layout/list1"/>
    <dgm:cxn modelId="{A5FCF029-2C33-4235-A71A-2A85F335BC31}" type="presParOf" srcId="{837868B7-5545-4205-A6C9-7FB02FEEABA1}" destId="{9FCC126B-4731-4E34-A1E7-5E03F809F281}" srcOrd="1" destOrd="0" presId="urn:microsoft.com/office/officeart/2005/8/layout/list1"/>
    <dgm:cxn modelId="{81660548-5D74-45A8-BC85-8E039E4033DC}" type="presParOf" srcId="{61011321-3CE8-4779-ADF6-C63E91FCB099}" destId="{1449E14F-2FAF-4E88-BEE3-EA1F36BC77C4}" srcOrd="13" destOrd="0" presId="urn:microsoft.com/office/officeart/2005/8/layout/list1"/>
    <dgm:cxn modelId="{75BCD947-7362-4BB8-91EF-2AC90845FCFC}" type="presParOf" srcId="{61011321-3CE8-4779-ADF6-C63E91FCB099}" destId="{2A2EC1D4-3733-4E82-B998-2BDD0F13923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D52E74-F7C7-443E-A837-D3875FFD85D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DFEA6B-BD1A-4117-8F06-D5230EECAC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Automatic language detection</a:t>
          </a:r>
        </a:p>
      </dgm:t>
    </dgm:pt>
    <dgm:pt modelId="{B1AD2AAF-9663-406F-ADC7-3FF2AD0E0EE4}" type="parTrans" cxnId="{3644219E-2959-4039-9C11-665E5FFCAD11}">
      <dgm:prSet/>
      <dgm:spPr/>
      <dgm:t>
        <a:bodyPr/>
        <a:lstStyle/>
        <a:p>
          <a:endParaRPr lang="en-US"/>
        </a:p>
      </dgm:t>
    </dgm:pt>
    <dgm:pt modelId="{FA1A780D-967C-476D-B3BD-16FB3C4EE3F0}" type="sibTrans" cxnId="{3644219E-2959-4039-9C11-665E5FFCAD1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2A02E74-8C95-4C59-BA31-05B4795356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Real API integration</a:t>
          </a:r>
        </a:p>
      </dgm:t>
    </dgm:pt>
    <dgm:pt modelId="{6CD501CE-6CF6-4345-8946-14EB5D4516E0}" type="parTrans" cxnId="{E24E6DD7-E0C8-48B2-B7A4-13639783C253}">
      <dgm:prSet/>
      <dgm:spPr/>
      <dgm:t>
        <a:bodyPr/>
        <a:lstStyle/>
        <a:p>
          <a:endParaRPr lang="en-US"/>
        </a:p>
      </dgm:t>
    </dgm:pt>
    <dgm:pt modelId="{D7DA3345-4D67-4FE2-A89A-5D6408928AF2}" type="sibTrans" cxnId="{E24E6DD7-E0C8-48B2-B7A4-13639783C25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2EEF0F1-3FCA-43AB-A7E8-AB55C7DACE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Admin panel and authorization</a:t>
          </a:r>
        </a:p>
      </dgm:t>
    </dgm:pt>
    <dgm:pt modelId="{06CEEB46-8E19-441D-836F-5DE68048B769}" type="parTrans" cxnId="{4D1EEB5F-08C2-4258-BA46-F24B6BA659E3}">
      <dgm:prSet/>
      <dgm:spPr/>
      <dgm:t>
        <a:bodyPr/>
        <a:lstStyle/>
        <a:p>
          <a:endParaRPr lang="en-US"/>
        </a:p>
      </dgm:t>
    </dgm:pt>
    <dgm:pt modelId="{3C874EF6-8490-4A18-A94A-5E8FE023AF76}" type="sibTrans" cxnId="{4D1EEB5F-08C2-4258-BA46-F24B6BA659E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4752B6D-BFEF-40FD-B8DF-EC6C0200D2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Clean and readable code structure</a:t>
          </a:r>
        </a:p>
      </dgm:t>
    </dgm:pt>
    <dgm:pt modelId="{249391B4-DAD2-4819-B9BA-10773C6F4FA8}" type="parTrans" cxnId="{AB821506-C571-4EE5-8735-0783FDD8C4BA}">
      <dgm:prSet/>
      <dgm:spPr/>
      <dgm:t>
        <a:bodyPr/>
        <a:lstStyle/>
        <a:p>
          <a:endParaRPr lang="en-US"/>
        </a:p>
      </dgm:t>
    </dgm:pt>
    <dgm:pt modelId="{55E00E9E-4996-4E06-B930-FC8E67E0FD7C}" type="sibTrans" cxnId="{AB821506-C571-4EE5-8735-0783FDD8C4B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96C1A92-9CF9-42CC-A78C-6BA122032E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project demonstrates the fundamental building blocks of web-based language processing systems in a practical way.</a:t>
          </a:r>
        </a:p>
      </dgm:t>
    </dgm:pt>
    <dgm:pt modelId="{261266E8-2D43-4CD9-9DFC-C5FECAA28541}" type="parTrans" cxnId="{4EA189D7-5866-4E42-A3C4-F87EACAA51D3}">
      <dgm:prSet/>
      <dgm:spPr/>
      <dgm:t>
        <a:bodyPr/>
        <a:lstStyle/>
        <a:p>
          <a:endParaRPr lang="en-US"/>
        </a:p>
      </dgm:t>
    </dgm:pt>
    <dgm:pt modelId="{19635809-BBD3-4FE0-91A6-42A3280601C1}" type="sibTrans" cxnId="{4EA189D7-5866-4E42-A3C4-F87EACAA51D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3652259-953A-4697-9B01-F14A71392A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offers an extensible software architecture suitable for academic and real-world scenarios.</a:t>
          </a:r>
        </a:p>
      </dgm:t>
    </dgm:pt>
    <dgm:pt modelId="{61BCB6CF-96A5-4469-9ABB-2DB350369A03}" type="parTrans" cxnId="{F9CF27A5-8BC0-431E-96F3-BD019C35D08B}">
      <dgm:prSet/>
      <dgm:spPr/>
      <dgm:t>
        <a:bodyPr/>
        <a:lstStyle/>
        <a:p>
          <a:endParaRPr lang="en-US"/>
        </a:p>
      </dgm:t>
    </dgm:pt>
    <dgm:pt modelId="{93748828-7D49-4D7B-BDC6-FAE1E652F895}" type="sibTrans" cxnId="{F9CF27A5-8BC0-431E-96F3-BD019C35D08B}">
      <dgm:prSet/>
      <dgm:spPr/>
      <dgm:t>
        <a:bodyPr/>
        <a:lstStyle/>
        <a:p>
          <a:endParaRPr lang="en-US"/>
        </a:p>
      </dgm:t>
    </dgm:pt>
    <dgm:pt modelId="{B4DADB50-4836-4E75-87BD-5D57F81E48F6}" type="pres">
      <dgm:prSet presAssocID="{6FD52E74-F7C7-443E-A837-D3875FFD85D1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tr-TR"/>
        </a:p>
      </dgm:t>
    </dgm:pt>
    <dgm:pt modelId="{B67ADF1A-6D38-40C2-BB39-5F63F91F903F}" type="pres">
      <dgm:prSet presAssocID="{6FD52E74-F7C7-443E-A837-D3875FFD85D1}" presName="container" presStyleCnt="0">
        <dgm:presLayoutVars>
          <dgm:dir/>
          <dgm:resizeHandles val="exact"/>
        </dgm:presLayoutVars>
      </dgm:prSet>
      <dgm:spPr/>
    </dgm:pt>
    <dgm:pt modelId="{510A6BAC-1B5E-49B7-A6CC-73FFE1F57C2C}" type="pres">
      <dgm:prSet presAssocID="{FBDFEA6B-BD1A-4117-8F06-D5230EECACDB}" presName="compNode" presStyleCnt="0"/>
      <dgm:spPr/>
    </dgm:pt>
    <dgm:pt modelId="{FE143761-5B72-4D86-B144-2BFA31204100}" type="pres">
      <dgm:prSet presAssocID="{FBDFEA6B-BD1A-4117-8F06-D5230EECACDB}" presName="iconBgRect" presStyleLbl="bgShp" presStyleIdx="0" presStyleCnt="6"/>
      <dgm:spPr/>
    </dgm:pt>
    <dgm:pt modelId="{02BFD00D-A200-4F72-B357-8EDC6B764672}" type="pres">
      <dgm:prSet presAssocID="{FBDFEA6B-BD1A-4117-8F06-D5230EECACD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6BAF561-1C25-4F2E-9FB7-D206554961BB}" type="pres">
      <dgm:prSet presAssocID="{FBDFEA6B-BD1A-4117-8F06-D5230EECACDB}" presName="spaceRect" presStyleCnt="0"/>
      <dgm:spPr/>
    </dgm:pt>
    <dgm:pt modelId="{3B7C2909-D120-4648-A81A-3377E1283E74}" type="pres">
      <dgm:prSet presAssocID="{FBDFEA6B-BD1A-4117-8F06-D5230EECACDB}" presName="textRect" presStyleLbl="revTx" presStyleIdx="0" presStyleCnt="6">
        <dgm:presLayoutVars>
          <dgm:chMax val="1"/>
          <dgm:chPref val="1"/>
        </dgm:presLayoutVars>
      </dgm:prSet>
      <dgm:spPr/>
      <dgm:t>
        <a:bodyPr/>
        <a:lstStyle/>
        <a:p>
          <a:endParaRPr lang="tr-TR"/>
        </a:p>
      </dgm:t>
    </dgm:pt>
    <dgm:pt modelId="{481842F4-461B-471E-9AA1-23F1E06F2909}" type="pres">
      <dgm:prSet presAssocID="{FA1A780D-967C-476D-B3BD-16FB3C4EE3F0}" presName="sibTrans" presStyleLbl="sibTrans2D1" presStyleIdx="0" presStyleCnt="0"/>
      <dgm:spPr/>
      <dgm:t>
        <a:bodyPr/>
        <a:lstStyle/>
        <a:p>
          <a:endParaRPr lang="tr-TR"/>
        </a:p>
      </dgm:t>
    </dgm:pt>
    <dgm:pt modelId="{23D41DA3-8397-413B-A3D7-7761948238F1}" type="pres">
      <dgm:prSet presAssocID="{D2A02E74-8C95-4C59-BA31-05B4795356FA}" presName="compNode" presStyleCnt="0"/>
      <dgm:spPr/>
    </dgm:pt>
    <dgm:pt modelId="{8D791073-E05F-4125-9D25-695BCC664776}" type="pres">
      <dgm:prSet presAssocID="{D2A02E74-8C95-4C59-BA31-05B4795356FA}" presName="iconBgRect" presStyleLbl="bgShp" presStyleIdx="1" presStyleCnt="6"/>
      <dgm:spPr/>
    </dgm:pt>
    <dgm:pt modelId="{5FFC8400-53B3-42E1-80CB-D3085B918DDF}" type="pres">
      <dgm:prSet presAssocID="{D2A02E74-8C95-4C59-BA31-05B4795356F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ri tabanı"/>
        </a:ext>
      </dgm:extLst>
    </dgm:pt>
    <dgm:pt modelId="{38A7A721-FA4D-4046-99A2-AF88D8E51CFB}" type="pres">
      <dgm:prSet presAssocID="{D2A02E74-8C95-4C59-BA31-05B4795356FA}" presName="spaceRect" presStyleCnt="0"/>
      <dgm:spPr/>
    </dgm:pt>
    <dgm:pt modelId="{962D50C0-25CA-4AC4-BD67-09B8D49E5C0E}" type="pres">
      <dgm:prSet presAssocID="{D2A02E74-8C95-4C59-BA31-05B4795356FA}" presName="textRect" presStyleLbl="revTx" presStyleIdx="1" presStyleCnt="6">
        <dgm:presLayoutVars>
          <dgm:chMax val="1"/>
          <dgm:chPref val="1"/>
        </dgm:presLayoutVars>
      </dgm:prSet>
      <dgm:spPr/>
      <dgm:t>
        <a:bodyPr/>
        <a:lstStyle/>
        <a:p>
          <a:endParaRPr lang="tr-TR"/>
        </a:p>
      </dgm:t>
    </dgm:pt>
    <dgm:pt modelId="{A8E89838-7058-4B5F-8E5C-5D52E9D37159}" type="pres">
      <dgm:prSet presAssocID="{D7DA3345-4D67-4FE2-A89A-5D6408928AF2}" presName="sibTrans" presStyleLbl="sibTrans2D1" presStyleIdx="0" presStyleCnt="0"/>
      <dgm:spPr/>
      <dgm:t>
        <a:bodyPr/>
        <a:lstStyle/>
        <a:p>
          <a:endParaRPr lang="tr-TR"/>
        </a:p>
      </dgm:t>
    </dgm:pt>
    <dgm:pt modelId="{298FF58B-EEDE-473E-93FC-5CF71CBB813E}" type="pres">
      <dgm:prSet presAssocID="{E2EEF0F1-3FCA-43AB-A7E8-AB55C7DACE19}" presName="compNode" presStyleCnt="0"/>
      <dgm:spPr/>
    </dgm:pt>
    <dgm:pt modelId="{410E0405-DA09-42E8-92BD-248C23FC9460}" type="pres">
      <dgm:prSet presAssocID="{E2EEF0F1-3FCA-43AB-A7E8-AB55C7DACE19}" presName="iconBgRect" presStyleLbl="bgShp" presStyleIdx="2" presStyleCnt="6"/>
      <dgm:spPr/>
    </dgm:pt>
    <dgm:pt modelId="{D6DE4AE5-2F11-4396-981C-28C253BB0BB6}" type="pres">
      <dgm:prSet presAssocID="{E2EEF0F1-3FCA-43AB-A7E8-AB55C7DACE19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ullanıcı"/>
        </a:ext>
      </dgm:extLst>
    </dgm:pt>
    <dgm:pt modelId="{52A9C9D6-660E-4728-8E5A-C04C67BBC08A}" type="pres">
      <dgm:prSet presAssocID="{E2EEF0F1-3FCA-43AB-A7E8-AB55C7DACE19}" presName="spaceRect" presStyleCnt="0"/>
      <dgm:spPr/>
    </dgm:pt>
    <dgm:pt modelId="{3051607E-3CCC-4103-BF94-DBE423944BBD}" type="pres">
      <dgm:prSet presAssocID="{E2EEF0F1-3FCA-43AB-A7E8-AB55C7DACE19}" presName="textRect" presStyleLbl="revTx" presStyleIdx="2" presStyleCnt="6">
        <dgm:presLayoutVars>
          <dgm:chMax val="1"/>
          <dgm:chPref val="1"/>
        </dgm:presLayoutVars>
      </dgm:prSet>
      <dgm:spPr/>
      <dgm:t>
        <a:bodyPr/>
        <a:lstStyle/>
        <a:p>
          <a:endParaRPr lang="tr-TR"/>
        </a:p>
      </dgm:t>
    </dgm:pt>
    <dgm:pt modelId="{63ED0B2D-2B24-4158-A85B-19448DA04962}" type="pres">
      <dgm:prSet presAssocID="{3C874EF6-8490-4A18-A94A-5E8FE023AF76}" presName="sibTrans" presStyleLbl="sibTrans2D1" presStyleIdx="0" presStyleCnt="0"/>
      <dgm:spPr/>
      <dgm:t>
        <a:bodyPr/>
        <a:lstStyle/>
        <a:p>
          <a:endParaRPr lang="tr-TR"/>
        </a:p>
      </dgm:t>
    </dgm:pt>
    <dgm:pt modelId="{C39C1D97-2A7E-4AE1-BF3D-1D3F4743F4F3}" type="pres">
      <dgm:prSet presAssocID="{84752B6D-BFEF-40FD-B8DF-EC6C0200D218}" presName="compNode" presStyleCnt="0"/>
      <dgm:spPr/>
    </dgm:pt>
    <dgm:pt modelId="{7B1ED049-818B-47B6-B301-611979ECA424}" type="pres">
      <dgm:prSet presAssocID="{84752B6D-BFEF-40FD-B8DF-EC6C0200D218}" presName="iconBgRect" presStyleLbl="bgShp" presStyleIdx="3" presStyleCnt="6"/>
      <dgm:spPr/>
    </dgm:pt>
    <dgm:pt modelId="{6FD0F198-464F-4699-B0A3-2251E9760665}" type="pres">
      <dgm:prSet presAssocID="{84752B6D-BFEF-40FD-B8DF-EC6C0200D218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nay işareti"/>
        </a:ext>
      </dgm:extLst>
    </dgm:pt>
    <dgm:pt modelId="{A46B743C-689B-4B08-A7C6-24E48A0CF5AF}" type="pres">
      <dgm:prSet presAssocID="{84752B6D-BFEF-40FD-B8DF-EC6C0200D218}" presName="spaceRect" presStyleCnt="0"/>
      <dgm:spPr/>
    </dgm:pt>
    <dgm:pt modelId="{B30862E7-C92C-47FB-B742-5A69F9EE1865}" type="pres">
      <dgm:prSet presAssocID="{84752B6D-BFEF-40FD-B8DF-EC6C0200D218}" presName="textRect" presStyleLbl="revTx" presStyleIdx="3" presStyleCnt="6">
        <dgm:presLayoutVars>
          <dgm:chMax val="1"/>
          <dgm:chPref val="1"/>
        </dgm:presLayoutVars>
      </dgm:prSet>
      <dgm:spPr/>
      <dgm:t>
        <a:bodyPr/>
        <a:lstStyle/>
        <a:p>
          <a:endParaRPr lang="tr-TR"/>
        </a:p>
      </dgm:t>
    </dgm:pt>
    <dgm:pt modelId="{58F11EEF-6E02-47DE-9A00-F66B67DBB624}" type="pres">
      <dgm:prSet presAssocID="{55E00E9E-4996-4E06-B930-FC8E67E0FD7C}" presName="sibTrans" presStyleLbl="sibTrans2D1" presStyleIdx="0" presStyleCnt="0"/>
      <dgm:spPr/>
      <dgm:t>
        <a:bodyPr/>
        <a:lstStyle/>
        <a:p>
          <a:endParaRPr lang="tr-TR"/>
        </a:p>
      </dgm:t>
    </dgm:pt>
    <dgm:pt modelId="{D44F33CE-165E-4E0F-A4DA-FB95294BDF2B}" type="pres">
      <dgm:prSet presAssocID="{996C1A92-9CF9-42CC-A78C-6BA122032EA8}" presName="compNode" presStyleCnt="0"/>
      <dgm:spPr/>
    </dgm:pt>
    <dgm:pt modelId="{25C2890C-2DC2-4EEE-B541-E931636A3C08}" type="pres">
      <dgm:prSet presAssocID="{996C1A92-9CF9-42CC-A78C-6BA122032EA8}" presName="iconBgRect" presStyleLbl="bgShp" presStyleIdx="4" presStyleCnt="6"/>
      <dgm:spPr/>
    </dgm:pt>
    <dgm:pt modelId="{C168867A-810F-45E3-B14A-B5F26C26582A}" type="pres">
      <dgm:prSet presAssocID="{996C1A92-9CF9-42CC-A78C-6BA122032EA8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9AD4B718-881E-4DBD-A134-1F09490013D1}" type="pres">
      <dgm:prSet presAssocID="{996C1A92-9CF9-42CC-A78C-6BA122032EA8}" presName="spaceRect" presStyleCnt="0"/>
      <dgm:spPr/>
    </dgm:pt>
    <dgm:pt modelId="{4042D9D8-6BDE-4034-A349-9E5494079D5E}" type="pres">
      <dgm:prSet presAssocID="{996C1A92-9CF9-42CC-A78C-6BA122032EA8}" presName="textRect" presStyleLbl="revTx" presStyleIdx="4" presStyleCnt="6">
        <dgm:presLayoutVars>
          <dgm:chMax val="1"/>
          <dgm:chPref val="1"/>
        </dgm:presLayoutVars>
      </dgm:prSet>
      <dgm:spPr/>
      <dgm:t>
        <a:bodyPr/>
        <a:lstStyle/>
        <a:p>
          <a:endParaRPr lang="tr-TR"/>
        </a:p>
      </dgm:t>
    </dgm:pt>
    <dgm:pt modelId="{0846EB42-E52C-4260-81DA-A3F17A2919D6}" type="pres">
      <dgm:prSet presAssocID="{19635809-BBD3-4FE0-91A6-42A3280601C1}" presName="sibTrans" presStyleLbl="sibTrans2D1" presStyleIdx="0" presStyleCnt="0"/>
      <dgm:spPr/>
      <dgm:t>
        <a:bodyPr/>
        <a:lstStyle/>
        <a:p>
          <a:endParaRPr lang="tr-TR"/>
        </a:p>
      </dgm:t>
    </dgm:pt>
    <dgm:pt modelId="{22CA49F6-E2DE-497F-A37B-21C3899F7932}" type="pres">
      <dgm:prSet presAssocID="{03652259-953A-4697-9B01-F14A71392AE5}" presName="compNode" presStyleCnt="0"/>
      <dgm:spPr/>
    </dgm:pt>
    <dgm:pt modelId="{3C70491B-2218-42F2-8AE8-96030A1F1E92}" type="pres">
      <dgm:prSet presAssocID="{03652259-953A-4697-9B01-F14A71392AE5}" presName="iconBgRect" presStyleLbl="bgShp" presStyleIdx="5" presStyleCnt="6"/>
      <dgm:spPr/>
    </dgm:pt>
    <dgm:pt modelId="{8C7A8CBE-9C44-4AB6-ACE3-60D61CCB79E3}" type="pres">
      <dgm:prSet presAssocID="{03652259-953A-4697-9B01-F14A71392AE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likopter"/>
        </a:ext>
      </dgm:extLst>
    </dgm:pt>
    <dgm:pt modelId="{65800482-4430-45D2-9F4A-5262864CA05A}" type="pres">
      <dgm:prSet presAssocID="{03652259-953A-4697-9B01-F14A71392AE5}" presName="spaceRect" presStyleCnt="0"/>
      <dgm:spPr/>
    </dgm:pt>
    <dgm:pt modelId="{4CB5A9D7-FF22-4C1B-A39A-5BFC1C30A8BC}" type="pres">
      <dgm:prSet presAssocID="{03652259-953A-4697-9B01-F14A71392AE5}" presName="textRect" presStyleLbl="revTx" presStyleIdx="5" presStyleCnt="6">
        <dgm:presLayoutVars>
          <dgm:chMax val="1"/>
          <dgm:chPref val="1"/>
        </dgm:presLayoutVars>
      </dgm:prSet>
      <dgm:spPr/>
      <dgm:t>
        <a:bodyPr/>
        <a:lstStyle/>
        <a:p>
          <a:endParaRPr lang="tr-TR"/>
        </a:p>
      </dgm:t>
    </dgm:pt>
  </dgm:ptLst>
  <dgm:cxnLst>
    <dgm:cxn modelId="{3644219E-2959-4039-9C11-665E5FFCAD11}" srcId="{6FD52E74-F7C7-443E-A837-D3875FFD85D1}" destId="{FBDFEA6B-BD1A-4117-8F06-D5230EECACDB}" srcOrd="0" destOrd="0" parTransId="{B1AD2AAF-9663-406F-ADC7-3FF2AD0E0EE4}" sibTransId="{FA1A780D-967C-476D-B3BD-16FB3C4EE3F0}"/>
    <dgm:cxn modelId="{4D1EEB5F-08C2-4258-BA46-F24B6BA659E3}" srcId="{6FD52E74-F7C7-443E-A837-D3875FFD85D1}" destId="{E2EEF0F1-3FCA-43AB-A7E8-AB55C7DACE19}" srcOrd="2" destOrd="0" parTransId="{06CEEB46-8E19-441D-836F-5DE68048B769}" sibTransId="{3C874EF6-8490-4A18-A94A-5E8FE023AF76}"/>
    <dgm:cxn modelId="{43167C39-E941-4BBC-8599-74762CAEF073}" type="presOf" srcId="{FA1A780D-967C-476D-B3BD-16FB3C4EE3F0}" destId="{481842F4-461B-471E-9AA1-23F1E06F2909}" srcOrd="0" destOrd="0" presId="urn:microsoft.com/office/officeart/2018/2/layout/IconCircleList"/>
    <dgm:cxn modelId="{8977524F-267C-4EB8-956D-B00BB02978F6}" type="presOf" srcId="{3C874EF6-8490-4A18-A94A-5E8FE023AF76}" destId="{63ED0B2D-2B24-4158-A85B-19448DA04962}" srcOrd="0" destOrd="0" presId="urn:microsoft.com/office/officeart/2018/2/layout/IconCircleList"/>
    <dgm:cxn modelId="{F9CF27A5-8BC0-431E-96F3-BD019C35D08B}" srcId="{6FD52E74-F7C7-443E-A837-D3875FFD85D1}" destId="{03652259-953A-4697-9B01-F14A71392AE5}" srcOrd="5" destOrd="0" parTransId="{61BCB6CF-96A5-4469-9ABB-2DB350369A03}" sibTransId="{93748828-7D49-4D7B-BDC6-FAE1E652F895}"/>
    <dgm:cxn modelId="{4C19DA08-EFBF-4C2F-A171-79812CBF2551}" type="presOf" srcId="{E2EEF0F1-3FCA-43AB-A7E8-AB55C7DACE19}" destId="{3051607E-3CCC-4103-BF94-DBE423944BBD}" srcOrd="0" destOrd="0" presId="urn:microsoft.com/office/officeart/2018/2/layout/IconCircleList"/>
    <dgm:cxn modelId="{E24E6DD7-E0C8-48B2-B7A4-13639783C253}" srcId="{6FD52E74-F7C7-443E-A837-D3875FFD85D1}" destId="{D2A02E74-8C95-4C59-BA31-05B4795356FA}" srcOrd="1" destOrd="0" parTransId="{6CD501CE-6CF6-4345-8946-14EB5D4516E0}" sibTransId="{D7DA3345-4D67-4FE2-A89A-5D6408928AF2}"/>
    <dgm:cxn modelId="{224711E0-8A70-4746-A8F3-5DFE4FAE0933}" type="presOf" srcId="{FBDFEA6B-BD1A-4117-8F06-D5230EECACDB}" destId="{3B7C2909-D120-4648-A81A-3377E1283E74}" srcOrd="0" destOrd="0" presId="urn:microsoft.com/office/officeart/2018/2/layout/IconCircleList"/>
    <dgm:cxn modelId="{02A8333F-38CD-45D6-8A72-E8C05C29ABBE}" type="presOf" srcId="{D2A02E74-8C95-4C59-BA31-05B4795356FA}" destId="{962D50C0-25CA-4AC4-BD67-09B8D49E5C0E}" srcOrd="0" destOrd="0" presId="urn:microsoft.com/office/officeart/2018/2/layout/IconCircleList"/>
    <dgm:cxn modelId="{F0CFBD30-753C-4148-91D6-5D843CAA8602}" type="presOf" srcId="{19635809-BBD3-4FE0-91A6-42A3280601C1}" destId="{0846EB42-E52C-4260-81DA-A3F17A2919D6}" srcOrd="0" destOrd="0" presId="urn:microsoft.com/office/officeart/2018/2/layout/IconCircleList"/>
    <dgm:cxn modelId="{4EA189D7-5866-4E42-A3C4-F87EACAA51D3}" srcId="{6FD52E74-F7C7-443E-A837-D3875FFD85D1}" destId="{996C1A92-9CF9-42CC-A78C-6BA122032EA8}" srcOrd="4" destOrd="0" parTransId="{261266E8-2D43-4CD9-9DFC-C5FECAA28541}" sibTransId="{19635809-BBD3-4FE0-91A6-42A3280601C1}"/>
    <dgm:cxn modelId="{519A26A2-1912-4EEA-9570-C198E08969EF}" type="presOf" srcId="{55E00E9E-4996-4E06-B930-FC8E67E0FD7C}" destId="{58F11EEF-6E02-47DE-9A00-F66B67DBB624}" srcOrd="0" destOrd="0" presId="urn:microsoft.com/office/officeart/2018/2/layout/IconCircleList"/>
    <dgm:cxn modelId="{6A43195D-EF0B-42FE-9379-D587340089D7}" type="presOf" srcId="{996C1A92-9CF9-42CC-A78C-6BA122032EA8}" destId="{4042D9D8-6BDE-4034-A349-9E5494079D5E}" srcOrd="0" destOrd="0" presId="urn:microsoft.com/office/officeart/2018/2/layout/IconCircleList"/>
    <dgm:cxn modelId="{DD73925A-8D71-43EC-A65F-C841F5488286}" type="presOf" srcId="{84752B6D-BFEF-40FD-B8DF-EC6C0200D218}" destId="{B30862E7-C92C-47FB-B742-5A69F9EE1865}" srcOrd="0" destOrd="0" presId="urn:microsoft.com/office/officeart/2018/2/layout/IconCircleList"/>
    <dgm:cxn modelId="{E29792CD-9D06-4DAA-87D6-437B7F0651EF}" type="presOf" srcId="{6FD52E74-F7C7-443E-A837-D3875FFD85D1}" destId="{B4DADB50-4836-4E75-87BD-5D57F81E48F6}" srcOrd="0" destOrd="0" presId="urn:microsoft.com/office/officeart/2018/2/layout/IconCircleList"/>
    <dgm:cxn modelId="{20BD1F1A-61A2-43EA-BD45-6607E3994071}" type="presOf" srcId="{D7DA3345-4D67-4FE2-A89A-5D6408928AF2}" destId="{A8E89838-7058-4B5F-8E5C-5D52E9D37159}" srcOrd="0" destOrd="0" presId="urn:microsoft.com/office/officeart/2018/2/layout/IconCircleList"/>
    <dgm:cxn modelId="{AB821506-C571-4EE5-8735-0783FDD8C4BA}" srcId="{6FD52E74-F7C7-443E-A837-D3875FFD85D1}" destId="{84752B6D-BFEF-40FD-B8DF-EC6C0200D218}" srcOrd="3" destOrd="0" parTransId="{249391B4-DAD2-4819-B9BA-10773C6F4FA8}" sibTransId="{55E00E9E-4996-4E06-B930-FC8E67E0FD7C}"/>
    <dgm:cxn modelId="{857A9C72-A246-4B97-831E-8B30AB4B5EB6}" type="presOf" srcId="{03652259-953A-4697-9B01-F14A71392AE5}" destId="{4CB5A9D7-FF22-4C1B-A39A-5BFC1C30A8BC}" srcOrd="0" destOrd="0" presId="urn:microsoft.com/office/officeart/2018/2/layout/IconCircleList"/>
    <dgm:cxn modelId="{4DCCB1FC-8480-40CA-916A-A67A419818CA}" type="presParOf" srcId="{B4DADB50-4836-4E75-87BD-5D57F81E48F6}" destId="{B67ADF1A-6D38-40C2-BB39-5F63F91F903F}" srcOrd="0" destOrd="0" presId="urn:microsoft.com/office/officeart/2018/2/layout/IconCircleList"/>
    <dgm:cxn modelId="{F1754388-27EA-446D-BF66-AD82D719BE99}" type="presParOf" srcId="{B67ADF1A-6D38-40C2-BB39-5F63F91F903F}" destId="{510A6BAC-1B5E-49B7-A6CC-73FFE1F57C2C}" srcOrd="0" destOrd="0" presId="urn:microsoft.com/office/officeart/2018/2/layout/IconCircleList"/>
    <dgm:cxn modelId="{831EF369-6AD2-49B5-BEB4-965B32CE785F}" type="presParOf" srcId="{510A6BAC-1B5E-49B7-A6CC-73FFE1F57C2C}" destId="{FE143761-5B72-4D86-B144-2BFA31204100}" srcOrd="0" destOrd="0" presId="urn:microsoft.com/office/officeart/2018/2/layout/IconCircleList"/>
    <dgm:cxn modelId="{9F82C17A-BE98-43AF-9B2F-F46ABCBABDFC}" type="presParOf" srcId="{510A6BAC-1B5E-49B7-A6CC-73FFE1F57C2C}" destId="{02BFD00D-A200-4F72-B357-8EDC6B764672}" srcOrd="1" destOrd="0" presId="urn:microsoft.com/office/officeart/2018/2/layout/IconCircleList"/>
    <dgm:cxn modelId="{7B4B1DF4-162C-4FAC-A006-CB230472DED1}" type="presParOf" srcId="{510A6BAC-1B5E-49B7-A6CC-73FFE1F57C2C}" destId="{96BAF561-1C25-4F2E-9FB7-D206554961BB}" srcOrd="2" destOrd="0" presId="urn:microsoft.com/office/officeart/2018/2/layout/IconCircleList"/>
    <dgm:cxn modelId="{44463D39-252B-421F-9722-D2731E6B8528}" type="presParOf" srcId="{510A6BAC-1B5E-49B7-A6CC-73FFE1F57C2C}" destId="{3B7C2909-D120-4648-A81A-3377E1283E74}" srcOrd="3" destOrd="0" presId="urn:microsoft.com/office/officeart/2018/2/layout/IconCircleList"/>
    <dgm:cxn modelId="{063E367C-6A96-497D-9899-2FD8CB12B1E2}" type="presParOf" srcId="{B67ADF1A-6D38-40C2-BB39-5F63F91F903F}" destId="{481842F4-461B-471E-9AA1-23F1E06F2909}" srcOrd="1" destOrd="0" presId="urn:microsoft.com/office/officeart/2018/2/layout/IconCircleList"/>
    <dgm:cxn modelId="{4FB08E23-D951-410B-BCEE-6790AA4F48A6}" type="presParOf" srcId="{B67ADF1A-6D38-40C2-BB39-5F63F91F903F}" destId="{23D41DA3-8397-413B-A3D7-7761948238F1}" srcOrd="2" destOrd="0" presId="urn:microsoft.com/office/officeart/2018/2/layout/IconCircleList"/>
    <dgm:cxn modelId="{58638FA7-C623-4E9D-B49A-7AED7EB4B10D}" type="presParOf" srcId="{23D41DA3-8397-413B-A3D7-7761948238F1}" destId="{8D791073-E05F-4125-9D25-695BCC664776}" srcOrd="0" destOrd="0" presId="urn:microsoft.com/office/officeart/2018/2/layout/IconCircleList"/>
    <dgm:cxn modelId="{A681AB7F-BBF3-43ED-B328-8925131AB4E0}" type="presParOf" srcId="{23D41DA3-8397-413B-A3D7-7761948238F1}" destId="{5FFC8400-53B3-42E1-80CB-D3085B918DDF}" srcOrd="1" destOrd="0" presId="urn:microsoft.com/office/officeart/2018/2/layout/IconCircleList"/>
    <dgm:cxn modelId="{FBAC8687-ACF9-44B0-8429-5EACC89788F6}" type="presParOf" srcId="{23D41DA3-8397-413B-A3D7-7761948238F1}" destId="{38A7A721-FA4D-4046-99A2-AF88D8E51CFB}" srcOrd="2" destOrd="0" presId="urn:microsoft.com/office/officeart/2018/2/layout/IconCircleList"/>
    <dgm:cxn modelId="{AC20D49E-A006-492A-9854-822A0C22C911}" type="presParOf" srcId="{23D41DA3-8397-413B-A3D7-7761948238F1}" destId="{962D50C0-25CA-4AC4-BD67-09B8D49E5C0E}" srcOrd="3" destOrd="0" presId="urn:microsoft.com/office/officeart/2018/2/layout/IconCircleList"/>
    <dgm:cxn modelId="{C9C42A7A-A14F-410E-AB4C-ECCE6C15DAEF}" type="presParOf" srcId="{B67ADF1A-6D38-40C2-BB39-5F63F91F903F}" destId="{A8E89838-7058-4B5F-8E5C-5D52E9D37159}" srcOrd="3" destOrd="0" presId="urn:microsoft.com/office/officeart/2018/2/layout/IconCircleList"/>
    <dgm:cxn modelId="{079A9BFF-2A48-4C8F-A858-28440E8D14E8}" type="presParOf" srcId="{B67ADF1A-6D38-40C2-BB39-5F63F91F903F}" destId="{298FF58B-EEDE-473E-93FC-5CF71CBB813E}" srcOrd="4" destOrd="0" presId="urn:microsoft.com/office/officeart/2018/2/layout/IconCircleList"/>
    <dgm:cxn modelId="{F158013D-59C9-4CD5-AF13-9C98494C4655}" type="presParOf" srcId="{298FF58B-EEDE-473E-93FC-5CF71CBB813E}" destId="{410E0405-DA09-42E8-92BD-248C23FC9460}" srcOrd="0" destOrd="0" presId="urn:microsoft.com/office/officeart/2018/2/layout/IconCircleList"/>
    <dgm:cxn modelId="{A4E17D3E-AF8C-4071-85AB-8CE6BE7EF7C2}" type="presParOf" srcId="{298FF58B-EEDE-473E-93FC-5CF71CBB813E}" destId="{D6DE4AE5-2F11-4396-981C-28C253BB0BB6}" srcOrd="1" destOrd="0" presId="urn:microsoft.com/office/officeart/2018/2/layout/IconCircleList"/>
    <dgm:cxn modelId="{BA7108E8-0FAB-4D40-A7A5-DAF5D1C7CFAD}" type="presParOf" srcId="{298FF58B-EEDE-473E-93FC-5CF71CBB813E}" destId="{52A9C9D6-660E-4728-8E5A-C04C67BBC08A}" srcOrd="2" destOrd="0" presId="urn:microsoft.com/office/officeart/2018/2/layout/IconCircleList"/>
    <dgm:cxn modelId="{DB8D0CFE-4E00-4D06-AF30-3A544FAD2B40}" type="presParOf" srcId="{298FF58B-EEDE-473E-93FC-5CF71CBB813E}" destId="{3051607E-3CCC-4103-BF94-DBE423944BBD}" srcOrd="3" destOrd="0" presId="urn:microsoft.com/office/officeart/2018/2/layout/IconCircleList"/>
    <dgm:cxn modelId="{FA6E645B-1C24-43DD-8059-BBCE1E81D292}" type="presParOf" srcId="{B67ADF1A-6D38-40C2-BB39-5F63F91F903F}" destId="{63ED0B2D-2B24-4158-A85B-19448DA04962}" srcOrd="5" destOrd="0" presId="urn:microsoft.com/office/officeart/2018/2/layout/IconCircleList"/>
    <dgm:cxn modelId="{10D3D298-888E-4139-B978-86FA2B581C5E}" type="presParOf" srcId="{B67ADF1A-6D38-40C2-BB39-5F63F91F903F}" destId="{C39C1D97-2A7E-4AE1-BF3D-1D3F4743F4F3}" srcOrd="6" destOrd="0" presId="urn:microsoft.com/office/officeart/2018/2/layout/IconCircleList"/>
    <dgm:cxn modelId="{C69870FE-EBEC-4D66-BEE0-4496EE8979E2}" type="presParOf" srcId="{C39C1D97-2A7E-4AE1-BF3D-1D3F4743F4F3}" destId="{7B1ED049-818B-47B6-B301-611979ECA424}" srcOrd="0" destOrd="0" presId="urn:microsoft.com/office/officeart/2018/2/layout/IconCircleList"/>
    <dgm:cxn modelId="{76C5C519-BB21-4943-B85E-CA0B97C54742}" type="presParOf" srcId="{C39C1D97-2A7E-4AE1-BF3D-1D3F4743F4F3}" destId="{6FD0F198-464F-4699-B0A3-2251E9760665}" srcOrd="1" destOrd="0" presId="urn:microsoft.com/office/officeart/2018/2/layout/IconCircleList"/>
    <dgm:cxn modelId="{B1ED2A2D-FAD8-4BEF-BC0F-3FAF967E208E}" type="presParOf" srcId="{C39C1D97-2A7E-4AE1-BF3D-1D3F4743F4F3}" destId="{A46B743C-689B-4B08-A7C6-24E48A0CF5AF}" srcOrd="2" destOrd="0" presId="urn:microsoft.com/office/officeart/2018/2/layout/IconCircleList"/>
    <dgm:cxn modelId="{6CD91656-8394-423A-B763-50C5B9C6E019}" type="presParOf" srcId="{C39C1D97-2A7E-4AE1-BF3D-1D3F4743F4F3}" destId="{B30862E7-C92C-47FB-B742-5A69F9EE1865}" srcOrd="3" destOrd="0" presId="urn:microsoft.com/office/officeart/2018/2/layout/IconCircleList"/>
    <dgm:cxn modelId="{93781179-F3E8-4D7A-82FE-916FD5FC3760}" type="presParOf" srcId="{B67ADF1A-6D38-40C2-BB39-5F63F91F903F}" destId="{58F11EEF-6E02-47DE-9A00-F66B67DBB624}" srcOrd="7" destOrd="0" presId="urn:microsoft.com/office/officeart/2018/2/layout/IconCircleList"/>
    <dgm:cxn modelId="{BD737FB5-AAB1-4FEC-9D98-C677CC904B51}" type="presParOf" srcId="{B67ADF1A-6D38-40C2-BB39-5F63F91F903F}" destId="{D44F33CE-165E-4E0F-A4DA-FB95294BDF2B}" srcOrd="8" destOrd="0" presId="urn:microsoft.com/office/officeart/2018/2/layout/IconCircleList"/>
    <dgm:cxn modelId="{07A6EE2F-977D-48ED-9185-4CE5189F8A47}" type="presParOf" srcId="{D44F33CE-165E-4E0F-A4DA-FB95294BDF2B}" destId="{25C2890C-2DC2-4EEE-B541-E931636A3C08}" srcOrd="0" destOrd="0" presId="urn:microsoft.com/office/officeart/2018/2/layout/IconCircleList"/>
    <dgm:cxn modelId="{43C28F33-259E-4F12-96C5-BF998F5DDCB5}" type="presParOf" srcId="{D44F33CE-165E-4E0F-A4DA-FB95294BDF2B}" destId="{C168867A-810F-45E3-B14A-B5F26C26582A}" srcOrd="1" destOrd="0" presId="urn:microsoft.com/office/officeart/2018/2/layout/IconCircleList"/>
    <dgm:cxn modelId="{1F58935F-A3F0-4844-9E48-070AF517FE4C}" type="presParOf" srcId="{D44F33CE-165E-4E0F-A4DA-FB95294BDF2B}" destId="{9AD4B718-881E-4DBD-A134-1F09490013D1}" srcOrd="2" destOrd="0" presId="urn:microsoft.com/office/officeart/2018/2/layout/IconCircleList"/>
    <dgm:cxn modelId="{6FC5DA2A-B815-4E72-B9D6-A6BF60DAF2E2}" type="presParOf" srcId="{D44F33CE-165E-4E0F-A4DA-FB95294BDF2B}" destId="{4042D9D8-6BDE-4034-A349-9E5494079D5E}" srcOrd="3" destOrd="0" presId="urn:microsoft.com/office/officeart/2018/2/layout/IconCircleList"/>
    <dgm:cxn modelId="{4EE2B0C2-201F-45A2-B094-2267EC4B3487}" type="presParOf" srcId="{B67ADF1A-6D38-40C2-BB39-5F63F91F903F}" destId="{0846EB42-E52C-4260-81DA-A3F17A2919D6}" srcOrd="9" destOrd="0" presId="urn:microsoft.com/office/officeart/2018/2/layout/IconCircleList"/>
    <dgm:cxn modelId="{93AA9A45-B3F5-46D6-A973-EAF2DAD1E262}" type="presParOf" srcId="{B67ADF1A-6D38-40C2-BB39-5F63F91F903F}" destId="{22CA49F6-E2DE-497F-A37B-21C3899F7932}" srcOrd="10" destOrd="0" presId="urn:microsoft.com/office/officeart/2018/2/layout/IconCircleList"/>
    <dgm:cxn modelId="{2823F88A-D7E6-4B3C-A3FC-7EB5F7E39735}" type="presParOf" srcId="{22CA49F6-E2DE-497F-A37B-21C3899F7932}" destId="{3C70491B-2218-42F2-8AE8-96030A1F1E92}" srcOrd="0" destOrd="0" presId="urn:microsoft.com/office/officeart/2018/2/layout/IconCircleList"/>
    <dgm:cxn modelId="{F03CE7EF-D49B-4777-BF7F-0B9AA7EEE835}" type="presParOf" srcId="{22CA49F6-E2DE-497F-A37B-21C3899F7932}" destId="{8C7A8CBE-9C44-4AB6-ACE3-60D61CCB79E3}" srcOrd="1" destOrd="0" presId="urn:microsoft.com/office/officeart/2018/2/layout/IconCircleList"/>
    <dgm:cxn modelId="{566EBC00-F786-4A85-8B64-3EF4FE28D8B3}" type="presParOf" srcId="{22CA49F6-E2DE-497F-A37B-21C3899F7932}" destId="{65800482-4430-45D2-9F4A-5262864CA05A}" srcOrd="2" destOrd="0" presId="urn:microsoft.com/office/officeart/2018/2/layout/IconCircleList"/>
    <dgm:cxn modelId="{595179CA-70C6-4E1B-9CBF-97BE3D99F47D}" type="presParOf" srcId="{22CA49F6-E2DE-497F-A37B-21C3899F7932}" destId="{4CB5A9D7-FF22-4C1B-A39A-5BFC1C30A8B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82798E-5087-4579-83F4-174066055725}">
      <dsp:nvSpPr>
        <dsp:cNvPr id="0" name=""/>
        <dsp:cNvSpPr/>
      </dsp:nvSpPr>
      <dsp:spPr>
        <a:xfrm>
          <a:off x="0" y="797488"/>
          <a:ext cx="6949440" cy="4375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/>
            <a:t>This project is a secure web application that automatically detects the language of the text entered by users and translates it into the selected target language and includes role-based authorization.</a:t>
          </a:r>
        </a:p>
      </dsp:txBody>
      <dsp:txXfrm>
        <a:off x="21361" y="818849"/>
        <a:ext cx="6906718" cy="394858"/>
      </dsp:txXfrm>
    </dsp:sp>
    <dsp:sp modelId="{5D99041F-291C-4D10-B9C5-60F50C29602E}">
      <dsp:nvSpPr>
        <dsp:cNvPr id="0" name=""/>
        <dsp:cNvSpPr/>
      </dsp:nvSpPr>
      <dsp:spPr>
        <a:xfrm>
          <a:off x="0" y="1266748"/>
          <a:ext cx="6949440" cy="437580"/>
        </a:xfrm>
        <a:prstGeom prst="roundRect">
          <a:avLst/>
        </a:prstGeom>
        <a:solidFill>
          <a:schemeClr val="accent2">
            <a:hueOff val="-130166"/>
            <a:satOff val="-2704"/>
            <a:lumOff val="-7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/>
            <a:t>Increased content production in different languages</a:t>
          </a:r>
          <a:r>
            <a:rPr lang="tr-TR" sz="1100" kern="1200"/>
            <a:t>.</a:t>
          </a:r>
          <a:endParaRPr lang="en-US" sz="1100" kern="1200"/>
        </a:p>
      </dsp:txBody>
      <dsp:txXfrm>
        <a:off x="21361" y="1288109"/>
        <a:ext cx="6906718" cy="394858"/>
      </dsp:txXfrm>
    </dsp:sp>
    <dsp:sp modelId="{6BFD8995-CCAB-4D44-B684-EBB8CAA4421C}">
      <dsp:nvSpPr>
        <dsp:cNvPr id="0" name=""/>
        <dsp:cNvSpPr/>
      </dsp:nvSpPr>
      <dsp:spPr>
        <a:xfrm>
          <a:off x="0" y="1736009"/>
          <a:ext cx="6949440" cy="437580"/>
        </a:xfrm>
        <a:prstGeom prst="roundRect">
          <a:avLst/>
        </a:prstGeom>
        <a:solidFill>
          <a:schemeClr val="accent2">
            <a:hueOff val="-260332"/>
            <a:satOff val="-5408"/>
            <a:lumOff val="-1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/>
            <a:t>The susceptibility of manual language selection to errors</a:t>
          </a:r>
          <a:r>
            <a:rPr lang="tr-TR" sz="1100" kern="1200"/>
            <a:t>.</a:t>
          </a:r>
          <a:endParaRPr lang="en-US" sz="1100" kern="1200"/>
        </a:p>
      </dsp:txBody>
      <dsp:txXfrm>
        <a:off x="21361" y="1757370"/>
        <a:ext cx="6906718" cy="394858"/>
      </dsp:txXfrm>
    </dsp:sp>
    <dsp:sp modelId="{DB21DACF-3836-454F-8D38-E89007900EB3}">
      <dsp:nvSpPr>
        <dsp:cNvPr id="0" name=""/>
        <dsp:cNvSpPr/>
      </dsp:nvSpPr>
      <dsp:spPr>
        <a:xfrm>
          <a:off x="0" y="2205269"/>
          <a:ext cx="6949440" cy="437580"/>
        </a:xfrm>
        <a:prstGeom prst="roundRect">
          <a:avLst/>
        </a:prstGeom>
        <a:solidFill>
          <a:schemeClr val="accent2">
            <a:hueOff val="-390498"/>
            <a:satOff val="-8112"/>
            <a:lumOff val="-22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/>
            <a:t>The need for secure user management</a:t>
          </a:r>
          <a:r>
            <a:rPr lang="tr-TR" sz="1100" kern="1200"/>
            <a:t>.</a:t>
          </a:r>
          <a:endParaRPr lang="en-US" sz="1100" kern="1200"/>
        </a:p>
      </dsp:txBody>
      <dsp:txXfrm>
        <a:off x="21361" y="2226630"/>
        <a:ext cx="6906718" cy="394858"/>
      </dsp:txXfrm>
    </dsp:sp>
    <dsp:sp modelId="{1ACF5D32-899B-474F-B79B-5800C5BBC93E}">
      <dsp:nvSpPr>
        <dsp:cNvPr id="0" name=""/>
        <dsp:cNvSpPr/>
      </dsp:nvSpPr>
      <dsp:spPr>
        <a:xfrm>
          <a:off x="0" y="2674529"/>
          <a:ext cx="6949440" cy="437580"/>
        </a:xfrm>
        <a:prstGeom prst="roundRect">
          <a:avLst/>
        </a:prstGeom>
        <a:solidFill>
          <a:schemeClr val="accent2">
            <a:hueOff val="-520665"/>
            <a:satOff val="-10816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/>
            <a:t>In line with these problems, an automated, fast, and secure solution has been aimed for.</a:t>
          </a:r>
        </a:p>
      </dsp:txBody>
      <dsp:txXfrm>
        <a:off x="21361" y="2695890"/>
        <a:ext cx="6906718" cy="394858"/>
      </dsp:txXfrm>
    </dsp:sp>
    <dsp:sp modelId="{45A73438-7278-436E-8874-5CB087D3C133}">
      <dsp:nvSpPr>
        <dsp:cNvPr id="0" name=""/>
        <dsp:cNvSpPr/>
      </dsp:nvSpPr>
      <dsp:spPr>
        <a:xfrm>
          <a:off x="0" y="3143789"/>
          <a:ext cx="6949440" cy="437580"/>
        </a:xfrm>
        <a:prstGeom prst="roundRect">
          <a:avLst/>
        </a:prstGeom>
        <a:solidFill>
          <a:schemeClr val="accent2">
            <a:hueOff val="-650831"/>
            <a:satOff val="-13519"/>
            <a:lumOff val="-36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/>
            <a:t>Automatically detecting the text language</a:t>
          </a:r>
          <a:r>
            <a:rPr lang="tr-TR" sz="1100" kern="1200"/>
            <a:t>.</a:t>
          </a:r>
          <a:endParaRPr lang="en-US" sz="1100" kern="1200"/>
        </a:p>
      </dsp:txBody>
      <dsp:txXfrm>
        <a:off x="21361" y="3165150"/>
        <a:ext cx="6906718" cy="394858"/>
      </dsp:txXfrm>
    </dsp:sp>
    <dsp:sp modelId="{9D4E1D2B-54E5-44CD-B51E-8F2619768FC2}">
      <dsp:nvSpPr>
        <dsp:cNvPr id="0" name=""/>
        <dsp:cNvSpPr/>
      </dsp:nvSpPr>
      <dsp:spPr>
        <a:xfrm>
          <a:off x="0" y="3613049"/>
          <a:ext cx="6949440" cy="437580"/>
        </a:xfrm>
        <a:prstGeom prst="roundRect">
          <a:avLst/>
        </a:prstGeom>
        <a:solidFill>
          <a:schemeClr val="accent2">
            <a:hueOff val="-780997"/>
            <a:satOff val="-16223"/>
            <a:lumOff val="-4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/>
            <a:t>Providing translation to multiple target languages</a:t>
          </a:r>
          <a:r>
            <a:rPr lang="tr-TR" sz="1100" kern="1200"/>
            <a:t>.</a:t>
          </a:r>
          <a:endParaRPr lang="en-US" sz="1100" kern="1200"/>
        </a:p>
      </dsp:txBody>
      <dsp:txXfrm>
        <a:off x="21361" y="3634410"/>
        <a:ext cx="6906718" cy="394858"/>
      </dsp:txXfrm>
    </dsp:sp>
    <dsp:sp modelId="{43F208AA-76B8-4F8A-8062-EEE64B58D6E8}">
      <dsp:nvSpPr>
        <dsp:cNvPr id="0" name=""/>
        <dsp:cNvSpPr/>
      </dsp:nvSpPr>
      <dsp:spPr>
        <a:xfrm>
          <a:off x="0" y="4082309"/>
          <a:ext cx="6949440" cy="437580"/>
        </a:xfrm>
        <a:prstGeom prst="roundRect">
          <a:avLst/>
        </a:prstGeom>
        <a:solidFill>
          <a:schemeClr val="accent2">
            <a:hueOff val="-911163"/>
            <a:satOff val="-18927"/>
            <a:lumOff val="-51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/>
            <a:t>Managing the system with user and admin roles</a:t>
          </a:r>
          <a:r>
            <a:rPr lang="tr-TR" sz="1100" kern="1200"/>
            <a:t>.</a:t>
          </a:r>
          <a:endParaRPr lang="en-US" sz="1100" kern="1200"/>
        </a:p>
      </dsp:txBody>
      <dsp:txXfrm>
        <a:off x="21361" y="4103670"/>
        <a:ext cx="6906718" cy="394858"/>
      </dsp:txXfrm>
    </dsp:sp>
    <dsp:sp modelId="{5EAEA888-0848-455D-88AA-C26D35C49407}">
      <dsp:nvSpPr>
        <dsp:cNvPr id="0" name=""/>
        <dsp:cNvSpPr/>
      </dsp:nvSpPr>
      <dsp:spPr>
        <a:xfrm>
          <a:off x="0" y="4551569"/>
          <a:ext cx="6949440" cy="437580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/>
            <a:t>Offering a modular and scalable architecture</a:t>
          </a:r>
          <a:r>
            <a:rPr lang="tr-TR" sz="1100" kern="1200"/>
            <a:t>.</a:t>
          </a:r>
          <a:endParaRPr lang="en-US" sz="1100" kern="1200"/>
        </a:p>
      </dsp:txBody>
      <dsp:txXfrm>
        <a:off x="21361" y="4572930"/>
        <a:ext cx="6906718" cy="3948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2A8440-1216-47F7-A647-79DF04ED966D}">
      <dsp:nvSpPr>
        <dsp:cNvPr id="0" name=""/>
        <dsp:cNvSpPr/>
      </dsp:nvSpPr>
      <dsp:spPr>
        <a:xfrm>
          <a:off x="0" y="349560"/>
          <a:ext cx="9162288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826D64-2C14-466A-A6A8-7E7206F64EFD}">
      <dsp:nvSpPr>
        <dsp:cNvPr id="0" name=""/>
        <dsp:cNvSpPr/>
      </dsp:nvSpPr>
      <dsp:spPr>
        <a:xfrm>
          <a:off x="458114" y="10080"/>
          <a:ext cx="6413601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2419" tIns="0" rIns="242419" bIns="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300" kern="1200"/>
            <a:t>Backend: Python, Flask</a:t>
          </a:r>
          <a:endParaRPr lang="en-US" sz="2300" kern="1200"/>
        </a:p>
      </dsp:txBody>
      <dsp:txXfrm>
        <a:off x="491258" y="43224"/>
        <a:ext cx="6347313" cy="612672"/>
      </dsp:txXfrm>
    </dsp:sp>
    <dsp:sp modelId="{9B38477B-7A76-4970-9A1E-A8139C6A503C}">
      <dsp:nvSpPr>
        <dsp:cNvPr id="0" name=""/>
        <dsp:cNvSpPr/>
      </dsp:nvSpPr>
      <dsp:spPr>
        <a:xfrm>
          <a:off x="0" y="1392840"/>
          <a:ext cx="9162288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11D609-88CC-4A35-88E9-9DBD0EB5BE81}">
      <dsp:nvSpPr>
        <dsp:cNvPr id="0" name=""/>
        <dsp:cNvSpPr/>
      </dsp:nvSpPr>
      <dsp:spPr>
        <a:xfrm>
          <a:off x="458114" y="1053360"/>
          <a:ext cx="6413601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2419" tIns="0" rIns="242419" bIns="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300" kern="1200"/>
            <a:t>Database: SQLite, SQLAlchemy ORM</a:t>
          </a:r>
          <a:endParaRPr lang="en-US" sz="2300" kern="1200"/>
        </a:p>
      </dsp:txBody>
      <dsp:txXfrm>
        <a:off x="491258" y="1086504"/>
        <a:ext cx="6347313" cy="612672"/>
      </dsp:txXfrm>
    </dsp:sp>
    <dsp:sp modelId="{5BB9EBB0-8D3F-486B-9E69-5B468ED399CE}">
      <dsp:nvSpPr>
        <dsp:cNvPr id="0" name=""/>
        <dsp:cNvSpPr/>
      </dsp:nvSpPr>
      <dsp:spPr>
        <a:xfrm>
          <a:off x="0" y="2436120"/>
          <a:ext cx="9162288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484C3D-E65E-4D3D-92EF-924C06F6B792}">
      <dsp:nvSpPr>
        <dsp:cNvPr id="0" name=""/>
        <dsp:cNvSpPr/>
      </dsp:nvSpPr>
      <dsp:spPr>
        <a:xfrm>
          <a:off x="458114" y="2096640"/>
          <a:ext cx="6413601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2419" tIns="0" rIns="242419" bIns="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300" kern="1200"/>
            <a:t>Authentication: Flask-Login</a:t>
          </a:r>
          <a:endParaRPr lang="en-US" sz="2300" kern="1200"/>
        </a:p>
      </dsp:txBody>
      <dsp:txXfrm>
        <a:off x="491258" y="2129784"/>
        <a:ext cx="6347313" cy="612672"/>
      </dsp:txXfrm>
    </dsp:sp>
    <dsp:sp modelId="{2A2EC1D4-3733-4E82-B998-2BDD0F139237}">
      <dsp:nvSpPr>
        <dsp:cNvPr id="0" name=""/>
        <dsp:cNvSpPr/>
      </dsp:nvSpPr>
      <dsp:spPr>
        <a:xfrm>
          <a:off x="0" y="3479400"/>
          <a:ext cx="9162288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CC126B-4731-4E34-A1E7-5E03F809F281}">
      <dsp:nvSpPr>
        <dsp:cNvPr id="0" name=""/>
        <dsp:cNvSpPr/>
      </dsp:nvSpPr>
      <dsp:spPr>
        <a:xfrm>
          <a:off x="458114" y="3139920"/>
          <a:ext cx="6413601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2419" tIns="0" rIns="242419" bIns="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/>
            <a:t>API Services: DetectLanguage AP</a:t>
          </a:r>
          <a:r>
            <a:rPr lang="tr-TR" sz="2300" kern="1200"/>
            <a:t>I</a:t>
          </a:r>
          <a:endParaRPr lang="en-US" sz="2300" kern="1200"/>
        </a:p>
      </dsp:txBody>
      <dsp:txXfrm>
        <a:off x="491258" y="3173064"/>
        <a:ext cx="6347313" cy="6126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143761-5B72-4D86-B144-2BFA31204100}">
      <dsp:nvSpPr>
        <dsp:cNvPr id="0" name=""/>
        <dsp:cNvSpPr/>
      </dsp:nvSpPr>
      <dsp:spPr>
        <a:xfrm>
          <a:off x="1639158" y="51372"/>
          <a:ext cx="976394" cy="976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BFD00D-A200-4F72-B357-8EDC6B764672}">
      <dsp:nvSpPr>
        <dsp:cNvPr id="0" name=""/>
        <dsp:cNvSpPr/>
      </dsp:nvSpPr>
      <dsp:spPr>
        <a:xfrm>
          <a:off x="1844201" y="256414"/>
          <a:ext cx="566308" cy="5663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7C2909-D120-4648-A81A-3377E1283E74}">
      <dsp:nvSpPr>
        <dsp:cNvPr id="0" name=""/>
        <dsp:cNvSpPr/>
      </dsp:nvSpPr>
      <dsp:spPr>
        <a:xfrm>
          <a:off x="2824779" y="51372"/>
          <a:ext cx="2301500" cy="9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Automatic language detection</a:t>
          </a:r>
        </a:p>
      </dsp:txBody>
      <dsp:txXfrm>
        <a:off x="2824779" y="51372"/>
        <a:ext cx="2301500" cy="976394"/>
      </dsp:txXfrm>
    </dsp:sp>
    <dsp:sp modelId="{8D791073-E05F-4125-9D25-695BCC664776}">
      <dsp:nvSpPr>
        <dsp:cNvPr id="0" name=""/>
        <dsp:cNvSpPr/>
      </dsp:nvSpPr>
      <dsp:spPr>
        <a:xfrm>
          <a:off x="5527298" y="51372"/>
          <a:ext cx="976394" cy="976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FC8400-53B3-42E1-80CB-D3085B918DDF}">
      <dsp:nvSpPr>
        <dsp:cNvPr id="0" name=""/>
        <dsp:cNvSpPr/>
      </dsp:nvSpPr>
      <dsp:spPr>
        <a:xfrm>
          <a:off x="5732341" y="256414"/>
          <a:ext cx="566308" cy="5663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2D50C0-25CA-4AC4-BD67-09B8D49E5C0E}">
      <dsp:nvSpPr>
        <dsp:cNvPr id="0" name=""/>
        <dsp:cNvSpPr/>
      </dsp:nvSpPr>
      <dsp:spPr>
        <a:xfrm>
          <a:off x="6712920" y="51372"/>
          <a:ext cx="2301500" cy="9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Real API integration</a:t>
          </a:r>
        </a:p>
      </dsp:txBody>
      <dsp:txXfrm>
        <a:off x="6712920" y="51372"/>
        <a:ext cx="2301500" cy="976394"/>
      </dsp:txXfrm>
    </dsp:sp>
    <dsp:sp modelId="{410E0405-DA09-42E8-92BD-248C23FC9460}">
      <dsp:nvSpPr>
        <dsp:cNvPr id="0" name=""/>
        <dsp:cNvSpPr/>
      </dsp:nvSpPr>
      <dsp:spPr>
        <a:xfrm>
          <a:off x="1639158" y="1808716"/>
          <a:ext cx="976394" cy="976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DE4AE5-2F11-4396-981C-28C253BB0BB6}">
      <dsp:nvSpPr>
        <dsp:cNvPr id="0" name=""/>
        <dsp:cNvSpPr/>
      </dsp:nvSpPr>
      <dsp:spPr>
        <a:xfrm>
          <a:off x="1844201" y="2013759"/>
          <a:ext cx="566308" cy="5663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51607E-3CCC-4103-BF94-DBE423944BBD}">
      <dsp:nvSpPr>
        <dsp:cNvPr id="0" name=""/>
        <dsp:cNvSpPr/>
      </dsp:nvSpPr>
      <dsp:spPr>
        <a:xfrm>
          <a:off x="2824779" y="1808716"/>
          <a:ext cx="2301500" cy="9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Admin panel and authorization</a:t>
          </a:r>
        </a:p>
      </dsp:txBody>
      <dsp:txXfrm>
        <a:off x="2824779" y="1808716"/>
        <a:ext cx="2301500" cy="976394"/>
      </dsp:txXfrm>
    </dsp:sp>
    <dsp:sp modelId="{7B1ED049-818B-47B6-B301-611979ECA424}">
      <dsp:nvSpPr>
        <dsp:cNvPr id="0" name=""/>
        <dsp:cNvSpPr/>
      </dsp:nvSpPr>
      <dsp:spPr>
        <a:xfrm>
          <a:off x="5527298" y="1808716"/>
          <a:ext cx="976394" cy="976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D0F198-464F-4699-B0A3-2251E9760665}">
      <dsp:nvSpPr>
        <dsp:cNvPr id="0" name=""/>
        <dsp:cNvSpPr/>
      </dsp:nvSpPr>
      <dsp:spPr>
        <a:xfrm>
          <a:off x="5732341" y="2013759"/>
          <a:ext cx="566308" cy="56630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0862E7-C92C-47FB-B742-5A69F9EE1865}">
      <dsp:nvSpPr>
        <dsp:cNvPr id="0" name=""/>
        <dsp:cNvSpPr/>
      </dsp:nvSpPr>
      <dsp:spPr>
        <a:xfrm>
          <a:off x="6712920" y="1808716"/>
          <a:ext cx="2301500" cy="9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Clean and readable code structure</a:t>
          </a:r>
        </a:p>
      </dsp:txBody>
      <dsp:txXfrm>
        <a:off x="6712920" y="1808716"/>
        <a:ext cx="2301500" cy="976394"/>
      </dsp:txXfrm>
    </dsp:sp>
    <dsp:sp modelId="{25C2890C-2DC2-4EEE-B541-E931636A3C08}">
      <dsp:nvSpPr>
        <dsp:cNvPr id="0" name=""/>
        <dsp:cNvSpPr/>
      </dsp:nvSpPr>
      <dsp:spPr>
        <a:xfrm>
          <a:off x="1639158" y="3566061"/>
          <a:ext cx="976394" cy="976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68867A-810F-45E3-B14A-B5F26C26582A}">
      <dsp:nvSpPr>
        <dsp:cNvPr id="0" name=""/>
        <dsp:cNvSpPr/>
      </dsp:nvSpPr>
      <dsp:spPr>
        <a:xfrm>
          <a:off x="1844201" y="3771104"/>
          <a:ext cx="566308" cy="56630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42D9D8-6BDE-4034-A349-9E5494079D5E}">
      <dsp:nvSpPr>
        <dsp:cNvPr id="0" name=""/>
        <dsp:cNvSpPr/>
      </dsp:nvSpPr>
      <dsp:spPr>
        <a:xfrm>
          <a:off x="2824779" y="3566061"/>
          <a:ext cx="2301500" cy="9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This project demonstrates the fundamental building blocks of web-based language processing systems in a practical way.</a:t>
          </a:r>
        </a:p>
      </dsp:txBody>
      <dsp:txXfrm>
        <a:off x="2824779" y="3566061"/>
        <a:ext cx="2301500" cy="976394"/>
      </dsp:txXfrm>
    </dsp:sp>
    <dsp:sp modelId="{3C70491B-2218-42F2-8AE8-96030A1F1E92}">
      <dsp:nvSpPr>
        <dsp:cNvPr id="0" name=""/>
        <dsp:cNvSpPr/>
      </dsp:nvSpPr>
      <dsp:spPr>
        <a:xfrm>
          <a:off x="5527298" y="3566061"/>
          <a:ext cx="976394" cy="9763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7A8CBE-9C44-4AB6-ACE3-60D61CCB79E3}">
      <dsp:nvSpPr>
        <dsp:cNvPr id="0" name=""/>
        <dsp:cNvSpPr/>
      </dsp:nvSpPr>
      <dsp:spPr>
        <a:xfrm>
          <a:off x="5732341" y="3771104"/>
          <a:ext cx="566308" cy="56630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5A9D7-FF22-4C1B-A39A-5BFC1C30A8BC}">
      <dsp:nvSpPr>
        <dsp:cNvPr id="0" name=""/>
        <dsp:cNvSpPr/>
      </dsp:nvSpPr>
      <dsp:spPr>
        <a:xfrm>
          <a:off x="6712920" y="3566061"/>
          <a:ext cx="2301500" cy="97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/>
            <a:t>It offers an extensible software architecture suitable for academic and real-world scenarios.</a:t>
          </a:r>
        </a:p>
      </dsp:txBody>
      <dsp:txXfrm>
        <a:off x="6712920" y="3566061"/>
        <a:ext cx="2301500" cy="9763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312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746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135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581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2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57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53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85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49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215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381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528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1" r:id="rId6"/>
    <p:sldLayoutId id="2147483677" r:id="rId7"/>
    <p:sldLayoutId id="2147483678" r:id="rId8"/>
    <p:sldLayoutId id="2147483679" r:id="rId9"/>
    <p:sldLayoutId id="2147483680" r:id="rId10"/>
    <p:sldLayoutId id="214748368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4E267A9A-3339-F8E6-CD25-1670F4B865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E78D800-FDA6-AF21-1E5D-B66D7BF8C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2854" y="1067039"/>
            <a:ext cx="4495995" cy="13502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SENG 461 – TERM PROJECT</a:t>
            </a:r>
          </a:p>
        </p:txBody>
      </p:sp>
      <p:pic>
        <p:nvPicPr>
          <p:cNvPr id="5" name="Resim 4" descr="logo, yazı tipi, simge, sembol, grafi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2CBAD68-4085-0252-9578-2804A1288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" b="-2"/>
          <a:stretch>
            <a:fillRect/>
          </a:stretch>
        </p:blipFill>
        <p:spPr>
          <a:xfrm>
            <a:off x="1172675" y="1067039"/>
            <a:ext cx="4618525" cy="4648478"/>
          </a:xfrm>
          <a:prstGeom prst="rect">
            <a:avLst/>
          </a:prstGeom>
        </p:spPr>
      </p:pic>
      <p:sp>
        <p:nvSpPr>
          <p:cNvPr id="3" name="Alt Başlık 2">
            <a:extLst>
              <a:ext uri="{FF2B5EF4-FFF2-40B4-BE49-F238E27FC236}">
                <a16:creationId xmlns:a16="http://schemas.microsoft.com/office/drawing/2014/main" id="{BF1BECE6-84F3-F979-28B0-A77A2CC74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42854" y="2501146"/>
            <a:ext cx="4495996" cy="3214371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dirty="0"/>
              <a:t>AI Language Detector &amp; Translator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dirty="0"/>
              <a:t>Instructor: Yüksel Arslan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dirty="0"/>
              <a:t>Students Name &amp; Id:</a:t>
            </a:r>
          </a:p>
          <a:p>
            <a:pPr indent="-228600" algn="l" fontAlgn="base">
              <a:buFont typeface="Arial" panose="020B0604020202020204" pitchFamily="34" charset="0"/>
              <a:buChar char="•"/>
            </a:pPr>
            <a:r>
              <a:rPr lang="en-US" dirty="0"/>
              <a:t>Melih Polat 220204043</a:t>
            </a:r>
            <a:endParaRPr lang="en-US"/>
          </a:p>
          <a:p>
            <a:pPr indent="-228600" algn="l" fontAlgn="base">
              <a:buFont typeface="Arial" panose="020B0604020202020204" pitchFamily="34" charset="0"/>
              <a:buChar char="•"/>
            </a:pPr>
            <a:r>
              <a:rPr lang="en-US" dirty="0"/>
              <a:t>Berkay </a:t>
            </a:r>
            <a:r>
              <a:rPr lang="en-US"/>
              <a:t>Çevirici</a:t>
            </a:r>
            <a:r>
              <a:rPr lang="en-US" dirty="0"/>
              <a:t> 220204054</a:t>
            </a:r>
            <a:endParaRPr lang="en-US"/>
          </a:p>
          <a:p>
            <a:pPr indent="-228600" algn="l" fontAlgn="base">
              <a:buFont typeface="Arial" panose="020B0604020202020204" pitchFamily="34" charset="0"/>
              <a:buChar char="•"/>
            </a:pPr>
            <a:r>
              <a:rPr lang="en-US" dirty="0"/>
              <a:t>Arhan Ataş 230205018</a:t>
            </a:r>
            <a:endParaRPr lang="en-US"/>
          </a:p>
          <a:p>
            <a:pPr indent="-228600" algn="l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algn="l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b="1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810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67ABEA3-3BFD-E70E-B3DA-29882482C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6802" y="603504"/>
            <a:ext cx="5577902" cy="1527048"/>
          </a:xfrm>
        </p:spPr>
        <p:txBody>
          <a:bodyPr anchor="b">
            <a:normAutofit/>
          </a:bodyPr>
          <a:lstStyle/>
          <a:p>
            <a:r>
              <a:rPr lang="tr-TR" dirty="0"/>
              <a:t>Team </a:t>
            </a:r>
            <a:r>
              <a:rPr lang="tr-TR" dirty="0" err="1"/>
              <a:t>members</a:t>
            </a:r>
            <a:r>
              <a:rPr lang="tr-TR" dirty="0"/>
              <a:t> &amp; </a:t>
            </a:r>
            <a:r>
              <a:rPr lang="tr-TR" dirty="0" err="1"/>
              <a:t>Responsibilities</a:t>
            </a:r>
            <a:endParaRPr lang="tr-TR" dirty="0"/>
          </a:p>
        </p:txBody>
      </p:sp>
      <p:pic>
        <p:nvPicPr>
          <p:cNvPr id="7" name="Graphic 6" descr="Kullanıcı">
            <a:extLst>
              <a:ext uri="{FF2B5EF4-FFF2-40B4-BE49-F238E27FC236}">
                <a16:creationId xmlns:a16="http://schemas.microsoft.com/office/drawing/2014/main" id="{31A485D9-1B4C-1C48-B999-A0D2FACA1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12648" y="1102440"/>
            <a:ext cx="4681506" cy="4681506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D9ABE57-5A7D-8716-61A0-DF62391E7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6802" y="2212848"/>
            <a:ext cx="5577902" cy="4096512"/>
          </a:xfrm>
        </p:spPr>
        <p:txBody>
          <a:bodyPr>
            <a:normAutofit/>
          </a:bodyPr>
          <a:lstStyle/>
          <a:p>
            <a:r>
              <a:rPr lang="tr-TR" sz="1800"/>
              <a:t>Backend &amp; System Developer : Berkay Çevirici</a:t>
            </a:r>
          </a:p>
          <a:p>
            <a:r>
              <a:rPr lang="tr-TR" sz="1800"/>
              <a:t>Frontend &amp; Database Developer : Arhan Ataş</a:t>
            </a:r>
          </a:p>
          <a:p>
            <a:r>
              <a:rPr lang="tr-TR" sz="1800"/>
              <a:t>Frontend Developer : Melih Polat</a:t>
            </a:r>
          </a:p>
        </p:txBody>
      </p:sp>
    </p:spTree>
    <p:extLst>
      <p:ext uri="{BB962C8B-B14F-4D97-AF65-F5344CB8AC3E}">
        <p14:creationId xmlns:p14="http://schemas.microsoft.com/office/powerpoint/2010/main" val="987629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C158593-B72D-BF90-D422-44279A52E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The purpose of the site</a:t>
            </a:r>
            <a:endParaRPr lang="tr-TR" sz="4000"/>
          </a:p>
        </p:txBody>
      </p:sp>
      <p:graphicFrame>
        <p:nvGraphicFramePr>
          <p:cNvPr id="10" name="İçerik Yer Tutucusu 2">
            <a:extLst>
              <a:ext uri="{FF2B5EF4-FFF2-40B4-BE49-F238E27FC236}">
                <a16:creationId xmlns:a16="http://schemas.microsoft.com/office/drawing/2014/main" id="{1057B0E4-9856-188B-3AF5-533D0DA65E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4418924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384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AEFBABE-083C-6926-8D08-D852E5484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420" y="1387927"/>
            <a:ext cx="3212502" cy="1942773"/>
          </a:xfrm>
        </p:spPr>
        <p:txBody>
          <a:bodyPr anchor="b">
            <a:normAutofit/>
          </a:bodyPr>
          <a:lstStyle/>
          <a:p>
            <a:r>
              <a:rPr lang="tr-TR" dirty="0" err="1"/>
              <a:t>System</a:t>
            </a:r>
            <a:r>
              <a:rPr lang="tr-TR" dirty="0"/>
              <a:t> Architecture</a:t>
            </a:r>
          </a:p>
        </p:txBody>
      </p:sp>
      <p:pic>
        <p:nvPicPr>
          <p:cNvPr id="5" name="Picture 4" descr="Mavi bloklar ve ağ teknolojisi arka planı">
            <a:extLst>
              <a:ext uri="{FF2B5EF4-FFF2-40B4-BE49-F238E27FC236}">
                <a16:creationId xmlns:a16="http://schemas.microsoft.com/office/drawing/2014/main" id="{553A6877-5BF6-75B4-BDDD-9A94200219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1" r="33781" b="-446"/>
          <a:stretch>
            <a:fillRect/>
          </a:stretch>
        </p:blipFill>
        <p:spPr>
          <a:xfrm>
            <a:off x="20" y="10"/>
            <a:ext cx="7723393" cy="6857990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A07AF31-B98C-C05B-5C95-D96AAC47C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420" y="3412998"/>
            <a:ext cx="3212502" cy="276736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tr-TR" sz="1400"/>
              <a:t>MVC-like layered structure</a:t>
            </a:r>
          </a:p>
          <a:p>
            <a:pPr>
              <a:lnSpc>
                <a:spcPct val="110000"/>
              </a:lnSpc>
            </a:pPr>
            <a:r>
              <a:rPr lang="tr-TR" sz="1400"/>
              <a:t>Frontend: HTML / Jinja Templates</a:t>
            </a:r>
          </a:p>
          <a:p>
            <a:pPr>
              <a:lnSpc>
                <a:spcPct val="110000"/>
              </a:lnSpc>
            </a:pPr>
            <a:r>
              <a:rPr lang="tr-TR" sz="1400"/>
              <a:t>Backend: Flask Routes &amp; API</a:t>
            </a:r>
          </a:p>
          <a:p>
            <a:pPr>
              <a:lnSpc>
                <a:spcPct val="110000"/>
              </a:lnSpc>
            </a:pPr>
            <a:r>
              <a:rPr lang="tr-TR" sz="1400"/>
              <a:t>Database Layer: SQLAlchemy ORM</a:t>
            </a:r>
          </a:p>
          <a:p>
            <a:pPr>
              <a:lnSpc>
                <a:spcPct val="110000"/>
              </a:lnSpc>
            </a:pPr>
            <a:r>
              <a:rPr lang="tr-TR" sz="1400"/>
              <a:t>External APIs: Language detection and translation services</a:t>
            </a:r>
          </a:p>
        </p:txBody>
      </p:sp>
    </p:spTree>
    <p:extLst>
      <p:ext uri="{BB962C8B-B14F-4D97-AF65-F5344CB8AC3E}">
        <p14:creationId xmlns:p14="http://schemas.microsoft.com/office/powerpoint/2010/main" val="866139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15B9334-3E03-4CA7-3616-4D3C9DC2C7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585DE9F-22AE-ED92-5076-9F1BB1E71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856" y="548640"/>
            <a:ext cx="9162288" cy="1132258"/>
          </a:xfrm>
        </p:spPr>
        <p:txBody>
          <a:bodyPr>
            <a:normAutofit/>
          </a:bodyPr>
          <a:lstStyle/>
          <a:p>
            <a:r>
              <a:rPr lang="tr-TR" dirty="0"/>
              <a:t>Technologies </a:t>
            </a:r>
            <a:r>
              <a:rPr lang="tr-TR" dirty="0" err="1"/>
              <a:t>used</a:t>
            </a:r>
            <a:endParaRPr lang="tr-TR" dirty="0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2F5D3D1C-9A13-3C7D-E5FF-654AEBCF99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0441428"/>
              </p:ext>
            </p:extLst>
          </p:nvPr>
        </p:nvGraphicFramePr>
        <p:xfrm>
          <a:off x="1514856" y="2039112"/>
          <a:ext cx="9162288" cy="4069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2089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53C1D28-0A5F-DDA7-EFEB-44A60572F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Database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4FDA31E-D8D8-C794-6306-98204D7FF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 this project, SQLite was chosen as the database management system due to its lightweight, server-independent structure and portability.</a:t>
            </a:r>
            <a:endParaRPr lang="tr-TR" dirty="0"/>
          </a:p>
          <a:p>
            <a:r>
              <a:rPr lang="en-US" dirty="0"/>
              <a:t>Database operations were performed using an object-oriented approach via Python classes (Class structure) using </a:t>
            </a:r>
            <a:r>
              <a:rPr lang="en-US" dirty="0" err="1"/>
              <a:t>SQLAlchemy</a:t>
            </a:r>
            <a:r>
              <a:rPr lang="en-US" dirty="0"/>
              <a:t> ORM instead of raw SQL queries.</a:t>
            </a:r>
            <a:endParaRPr lang="tr-TR" dirty="0"/>
          </a:p>
          <a:p>
            <a:r>
              <a:rPr lang="en-US" dirty="0"/>
              <a:t>For user security; session management was provided with Flask-Login, and passwords were stored in the database not as plain text, but hashed using the </a:t>
            </a:r>
            <a:r>
              <a:rPr lang="en-US" dirty="0" err="1"/>
              <a:t>Werkzeug</a:t>
            </a:r>
            <a:r>
              <a:rPr lang="en-US" dirty="0"/>
              <a:t> Security (</a:t>
            </a:r>
            <a:r>
              <a:rPr lang="en-US" dirty="0" err="1"/>
              <a:t>Scrypt</a:t>
            </a:r>
            <a:r>
              <a:rPr lang="en-US" dirty="0"/>
              <a:t>/SHA) library.</a:t>
            </a:r>
            <a:endParaRPr lang="tr-TR" dirty="0"/>
          </a:p>
          <a:p>
            <a:r>
              <a:rPr lang="en-US" dirty="0"/>
              <a:t>By implementing Role-Based Access Control (RBAC) architecture, access to the administration panel and critical operations is restricted only to users with 'admin' privileges.</a:t>
            </a:r>
            <a:endParaRPr lang="tr-TR" dirty="0"/>
          </a:p>
          <a:p>
            <a:r>
              <a:rPr lang="en-US" dirty="0"/>
              <a:t>During schema changes in the development process, the database was rebuilt to ensure data consistency and resolve model-structure inconsistencies.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22867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5AECB1-8254-3357-3EB3-6A75DA0931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7DDFCD8-A7C5-7158-3466-67EB0E227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712" y="603504"/>
            <a:ext cx="6646992" cy="1527048"/>
          </a:xfrm>
        </p:spPr>
        <p:txBody>
          <a:bodyPr anchor="b">
            <a:normAutofit/>
          </a:bodyPr>
          <a:lstStyle/>
          <a:p>
            <a:r>
              <a:rPr lang="tr-TR" dirty="0"/>
              <a:t>Database Design</a:t>
            </a:r>
          </a:p>
        </p:txBody>
      </p:sp>
      <p:pic>
        <p:nvPicPr>
          <p:cNvPr id="9" name="Resim 8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58631A0-6332-ACAA-72FA-33747A499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2" r="31767" b="-2"/>
          <a:stretch>
            <a:fillRect/>
          </a:stretch>
        </p:blipFill>
        <p:spPr>
          <a:xfrm>
            <a:off x="20" y="4630900"/>
            <a:ext cx="3815730" cy="2239334"/>
          </a:xfrm>
          <a:prstGeom prst="rect">
            <a:avLst/>
          </a:prstGeom>
        </p:spPr>
      </p:pic>
      <p:pic>
        <p:nvPicPr>
          <p:cNvPr id="12" name="Resim 11" descr="metin, ekran görüntüsü, yazılım, ekran, görüntülem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10E6705-BE09-E85E-9319-5979BC3FB3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331" b="1"/>
          <a:stretch>
            <a:fillRect/>
          </a:stretch>
        </p:blipFill>
        <p:spPr>
          <a:xfrm>
            <a:off x="20" y="2295394"/>
            <a:ext cx="3815730" cy="2247576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F0E070D-4F7A-CB36-5E30-4CF0B5DB9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7712" y="2212848"/>
            <a:ext cx="6646992" cy="4096512"/>
          </a:xfrm>
        </p:spPr>
        <p:txBody>
          <a:bodyPr>
            <a:normAutofit/>
          </a:bodyPr>
          <a:lstStyle/>
          <a:p>
            <a:r>
              <a:rPr lang="tr-TR" sz="1800"/>
              <a:t>Using Login required decorator</a:t>
            </a:r>
          </a:p>
          <a:p>
            <a:r>
              <a:rPr lang="en-US" sz="1800"/>
              <a:t>id (Primary Key) </a:t>
            </a:r>
            <a:endParaRPr lang="tr-TR" sz="1800"/>
          </a:p>
          <a:p>
            <a:r>
              <a:rPr lang="en-US" sz="1800"/>
              <a:t>username (Unique) </a:t>
            </a:r>
            <a:endParaRPr lang="tr-TR" sz="1800"/>
          </a:p>
          <a:p>
            <a:r>
              <a:rPr lang="en-US" sz="1800"/>
              <a:t>Passwords are stored in hashed form (scrypt)</a:t>
            </a:r>
            <a:endParaRPr lang="tr-TR" sz="1800"/>
          </a:p>
          <a:p>
            <a:r>
              <a:rPr lang="en-US" sz="1800"/>
              <a:t>password (Hashed) </a:t>
            </a:r>
            <a:endParaRPr lang="tr-TR" sz="1800"/>
          </a:p>
          <a:p>
            <a:r>
              <a:rPr lang="tr-TR" sz="1800"/>
              <a:t>Preventing unauthorized admin Access and Session-based authentication</a:t>
            </a:r>
          </a:p>
          <a:p>
            <a:r>
              <a:rPr lang="tr-TR" sz="1800"/>
              <a:t>R</a:t>
            </a:r>
            <a:r>
              <a:rPr lang="en-US" sz="1800"/>
              <a:t>ole (user / admin)</a:t>
            </a:r>
            <a:endParaRPr lang="tr-TR" sz="1800"/>
          </a:p>
          <a:p>
            <a:endParaRPr lang="tr-TR" sz="180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74" y="0"/>
            <a:ext cx="2499812" cy="222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832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33A151A1-919B-A89B-5C79-F9A91E7377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017788E-0FAE-C426-9340-A5226FF4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845" y="548640"/>
            <a:ext cx="4563859" cy="1527048"/>
          </a:xfrm>
        </p:spPr>
        <p:txBody>
          <a:bodyPr anchor="b">
            <a:normAutofit/>
          </a:bodyPr>
          <a:lstStyle/>
          <a:p>
            <a:r>
              <a:rPr lang="tr-TR" dirty="0"/>
              <a:t>User &amp; Admin Panel</a:t>
            </a:r>
          </a:p>
        </p:txBody>
      </p:sp>
      <p:pic>
        <p:nvPicPr>
          <p:cNvPr id="9" name="Resim 8" descr="metin, işletim sistemi, yazılım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93BD3EF-BD1C-1D13-ECA2-4EFB8F009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01" r="28294" b="-2"/>
          <a:stretch>
            <a:fillRect/>
          </a:stretch>
        </p:blipFill>
        <p:spPr>
          <a:xfrm>
            <a:off x="20" y="3458219"/>
            <a:ext cx="3019659" cy="3403829"/>
          </a:xfrm>
          <a:prstGeom prst="rect">
            <a:avLst/>
          </a:prstGeom>
        </p:spPr>
      </p:pic>
      <p:pic>
        <p:nvPicPr>
          <p:cNvPr id="15" name="Resim 14" descr="metin, ekran görüntüsü, yazılım, ekran, görüntülem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F8379C9-BFA9-CAC5-52F0-8BB289AAEB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2" r="59515"/>
          <a:stretch>
            <a:fillRect/>
          </a:stretch>
        </p:blipFill>
        <p:spPr>
          <a:xfrm>
            <a:off x="3070606" y="3458219"/>
            <a:ext cx="3019685" cy="3405495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691A172-2F78-93BE-B27E-09937D4FE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0844" y="2212848"/>
            <a:ext cx="4563859" cy="409651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/>
              <a:t>User </a:t>
            </a:r>
            <a:r>
              <a:rPr lang="tr-TR" sz="1500"/>
              <a:t>Panel </a:t>
            </a:r>
            <a:r>
              <a:rPr lang="en-US" sz="1500"/>
              <a:t>: </a:t>
            </a:r>
            <a:endParaRPr lang="tr-TR" sz="1500"/>
          </a:p>
          <a:p>
            <a:pPr>
              <a:lnSpc>
                <a:spcPct val="110000"/>
              </a:lnSpc>
            </a:pPr>
            <a:r>
              <a:rPr lang="en-US" sz="1500"/>
              <a:t>Register: Create a new user</a:t>
            </a:r>
            <a:endParaRPr lang="tr-TR" sz="1500"/>
          </a:p>
          <a:p>
            <a:pPr>
              <a:lnSpc>
                <a:spcPct val="110000"/>
              </a:lnSpc>
            </a:pPr>
            <a:r>
              <a:rPr lang="tr-TR" sz="1500"/>
              <a:t>Login: Identity Verification</a:t>
            </a:r>
          </a:p>
          <a:p>
            <a:pPr>
              <a:lnSpc>
                <a:spcPct val="110000"/>
              </a:lnSpc>
            </a:pPr>
            <a:r>
              <a:rPr lang="tr-TR" sz="1500"/>
              <a:t>Logout: Logging out</a:t>
            </a:r>
          </a:p>
          <a:p>
            <a:pPr>
              <a:lnSpc>
                <a:spcPct val="110000"/>
              </a:lnSpc>
            </a:pPr>
            <a:r>
              <a:rPr lang="tr-TR" sz="1500"/>
              <a:t>Preventing unauthorized access</a:t>
            </a:r>
          </a:p>
          <a:p>
            <a:pPr>
              <a:lnSpc>
                <a:spcPct val="110000"/>
              </a:lnSpc>
            </a:pPr>
            <a:r>
              <a:rPr lang="tr-TR" sz="1500"/>
              <a:t>Admin panel :</a:t>
            </a:r>
          </a:p>
          <a:p>
            <a:pPr>
              <a:lnSpc>
                <a:spcPct val="110000"/>
              </a:lnSpc>
            </a:pPr>
            <a:r>
              <a:rPr lang="tr-TR" sz="1500"/>
              <a:t>Read: Listing all users</a:t>
            </a:r>
          </a:p>
          <a:p>
            <a:pPr>
              <a:lnSpc>
                <a:spcPct val="110000"/>
              </a:lnSpc>
            </a:pPr>
            <a:r>
              <a:rPr lang="en-US" sz="1500"/>
              <a:t>Create: Adding a new user</a:t>
            </a:r>
            <a:endParaRPr lang="tr-TR" sz="1500"/>
          </a:p>
          <a:p>
            <a:pPr>
              <a:lnSpc>
                <a:spcPct val="110000"/>
              </a:lnSpc>
            </a:pPr>
            <a:r>
              <a:rPr lang="tr-TR" sz="1500"/>
              <a:t>Update: Updating user information</a:t>
            </a:r>
          </a:p>
          <a:p>
            <a:pPr>
              <a:lnSpc>
                <a:spcPct val="110000"/>
              </a:lnSpc>
            </a:pPr>
            <a:r>
              <a:rPr lang="tr-TR" sz="1500"/>
              <a:t>Delete: Deleting a user (Admin protected)</a:t>
            </a:r>
          </a:p>
          <a:p>
            <a:pPr>
              <a:lnSpc>
                <a:spcPct val="110000"/>
              </a:lnSpc>
            </a:pPr>
            <a:endParaRPr lang="tr-TR" sz="150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5" y="1021897"/>
            <a:ext cx="5738194" cy="1621960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 rotWithShape="1">
          <a:blip r:embed="rId5"/>
          <a:srcRect r="2272" b="3305"/>
          <a:stretch/>
        </p:blipFill>
        <p:spPr>
          <a:xfrm>
            <a:off x="211217" y="2349949"/>
            <a:ext cx="3501802" cy="109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57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C34F1AA-A1C3-9CC6-0C90-81AFF03C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Backend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07E4FC7-1D00-7B6B-0CC4-5B2392503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application's backend structure was developed using Python and the Flask framework.</a:t>
            </a:r>
            <a:endParaRPr lang="tr-TR" dirty="0"/>
          </a:p>
          <a:p>
            <a:r>
              <a:rPr lang="en-US" dirty="0"/>
              <a:t>The server receives data from the client and first identifies the source language using a language detection API.</a:t>
            </a:r>
            <a:endParaRPr lang="tr-TR" dirty="0"/>
          </a:p>
          <a:p>
            <a:r>
              <a:rPr lang="en-US" dirty="0"/>
              <a:t>The detected language is translated into the target language selected by the user via a translation API.</a:t>
            </a:r>
            <a:endParaRPr lang="tr-TR" dirty="0"/>
          </a:p>
          <a:p>
            <a:r>
              <a:rPr lang="en-US" dirty="0"/>
              <a:t>API keys are managed through environmental variables, creating a secure structure.</a:t>
            </a:r>
            <a:endParaRPr lang="tr-TR" dirty="0"/>
          </a:p>
          <a:p>
            <a:r>
              <a:rPr lang="en-US" dirty="0"/>
              <a:t>Error conditions are handled with appropriate HTTP status codes and JSON responses.</a:t>
            </a:r>
            <a:endParaRPr lang="tr-TR" dirty="0"/>
          </a:p>
          <a:p>
            <a:r>
              <a:rPr lang="en-US" dirty="0"/>
              <a:t>Uncontrolled API usage has been prevented by supporting only specific target languages.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89598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64683E4-849D-6D57-74CE-EE74BBD46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tr-TR" sz="2800"/>
              <a:t>Language </a:t>
            </a:r>
            <a:r>
              <a:rPr lang="tr-TR" sz="2800" err="1"/>
              <a:t>Detection</a:t>
            </a:r>
            <a:r>
              <a:rPr lang="tr-TR" sz="2800"/>
              <a:t> </a:t>
            </a:r>
            <a:r>
              <a:rPr lang="tr-TR" sz="2800" err="1"/>
              <a:t>Process</a:t>
            </a:r>
            <a:r>
              <a:rPr lang="tr-TR" sz="2800"/>
              <a:t> &amp; </a:t>
            </a:r>
            <a:r>
              <a:rPr lang="tr-TR" sz="2800" err="1"/>
              <a:t>Translation</a:t>
            </a:r>
            <a:r>
              <a:rPr lang="tr-TR" sz="2800"/>
              <a:t> </a:t>
            </a:r>
            <a:r>
              <a:rPr lang="tr-TR" sz="2800" err="1"/>
              <a:t>Process</a:t>
            </a:r>
            <a:endParaRPr lang="tr-TR" sz="280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84A5E5A-1B4B-99CB-11AF-7EA0E3626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tr-TR" sz="1100" dirty="0"/>
              <a:t>Language </a:t>
            </a:r>
            <a:r>
              <a:rPr lang="tr-TR" sz="1100" dirty="0" err="1"/>
              <a:t>Detection</a:t>
            </a:r>
            <a:r>
              <a:rPr lang="tr-TR" sz="1100" dirty="0"/>
              <a:t> </a:t>
            </a:r>
            <a:r>
              <a:rPr lang="tr-TR" sz="1100" dirty="0" err="1"/>
              <a:t>Process</a:t>
            </a:r>
            <a:r>
              <a:rPr lang="tr-TR" sz="1100" dirty="0"/>
              <a:t>:</a:t>
            </a:r>
          </a:p>
          <a:p>
            <a:pPr marL="457200" indent="-457200">
              <a:lnSpc>
                <a:spcPct val="110000"/>
              </a:lnSpc>
              <a:buAutoNum type="arabicPeriod"/>
            </a:pPr>
            <a:r>
              <a:rPr lang="en-US" sz="1100" dirty="0"/>
              <a:t>User enters text</a:t>
            </a:r>
            <a:endParaRPr lang="tr-TR" sz="1100" dirty="0"/>
          </a:p>
          <a:p>
            <a:pPr marL="457200" indent="-457200">
              <a:lnSpc>
                <a:spcPct val="110000"/>
              </a:lnSpc>
              <a:buAutoNum type="arabicPeriod"/>
            </a:pPr>
            <a:r>
              <a:rPr lang="en-US" sz="1100" dirty="0" err="1"/>
              <a:t>DetectLanguage</a:t>
            </a:r>
            <a:r>
              <a:rPr lang="en-US" sz="1100" dirty="0"/>
              <a:t> API is called</a:t>
            </a:r>
            <a:endParaRPr lang="tr-TR" sz="1100" dirty="0"/>
          </a:p>
          <a:p>
            <a:pPr marL="457200" indent="-457200">
              <a:lnSpc>
                <a:spcPct val="110000"/>
              </a:lnSpc>
              <a:buAutoNum type="arabicPeriod"/>
            </a:pPr>
            <a:r>
              <a:rPr lang="en-US" sz="1100" dirty="0"/>
              <a:t>Text language is </a:t>
            </a:r>
            <a:r>
              <a:rPr lang="tr-TR" sz="1100" dirty="0" err="1"/>
              <a:t>obtained</a:t>
            </a:r>
            <a:endParaRPr lang="tr-TR" sz="1100" dirty="0"/>
          </a:p>
          <a:p>
            <a:pPr marL="457200" indent="-457200">
              <a:lnSpc>
                <a:spcPct val="110000"/>
              </a:lnSpc>
              <a:buAutoNum type="arabicPeriod"/>
            </a:pPr>
            <a:r>
              <a:rPr lang="en-US" sz="1100" dirty="0"/>
              <a:t>Grammar is transferred to the translation module</a:t>
            </a:r>
            <a:endParaRPr lang="tr-TR" sz="1100" dirty="0"/>
          </a:p>
          <a:p>
            <a:pPr marL="0" indent="0">
              <a:lnSpc>
                <a:spcPct val="110000"/>
              </a:lnSpc>
              <a:buNone/>
            </a:pPr>
            <a:r>
              <a:rPr lang="tr-TR" sz="1100" dirty="0" err="1"/>
              <a:t>Translation</a:t>
            </a:r>
            <a:r>
              <a:rPr lang="tr-TR" sz="1100" dirty="0"/>
              <a:t> </a:t>
            </a:r>
            <a:r>
              <a:rPr lang="tr-TR" sz="1100" dirty="0" err="1"/>
              <a:t>Process</a:t>
            </a:r>
            <a:r>
              <a:rPr lang="tr-TR" sz="1100" dirty="0"/>
              <a:t>:</a:t>
            </a:r>
          </a:p>
          <a:p>
            <a:pPr marL="457200" indent="-457200">
              <a:lnSpc>
                <a:spcPct val="110000"/>
              </a:lnSpc>
              <a:buAutoNum type="arabicPeriod"/>
            </a:pPr>
            <a:r>
              <a:rPr lang="en-US" sz="1100" dirty="0"/>
              <a:t>Source language is automatically determined</a:t>
            </a:r>
            <a:endParaRPr lang="tr-TR" sz="1100" dirty="0"/>
          </a:p>
          <a:p>
            <a:pPr marL="457200" indent="-457200">
              <a:lnSpc>
                <a:spcPct val="110000"/>
              </a:lnSpc>
              <a:buAutoNum type="arabicPeriod"/>
            </a:pPr>
            <a:r>
              <a:rPr lang="en-US" sz="1100" dirty="0"/>
              <a:t>Target language is selected by the user </a:t>
            </a:r>
            <a:endParaRPr lang="tr-TR" sz="1100" dirty="0"/>
          </a:p>
          <a:p>
            <a:pPr marL="457200" indent="-457200">
              <a:lnSpc>
                <a:spcPct val="110000"/>
              </a:lnSpc>
              <a:buAutoNum type="arabicPeriod"/>
            </a:pPr>
            <a:r>
              <a:rPr lang="en-US" sz="1100" dirty="0"/>
              <a:t>Translation is done with </a:t>
            </a:r>
            <a:r>
              <a:rPr lang="en-US" sz="1100" dirty="0" err="1"/>
              <a:t>MyMemory</a:t>
            </a:r>
            <a:r>
              <a:rPr lang="en-US" sz="1100" dirty="0"/>
              <a:t> API</a:t>
            </a:r>
            <a:endParaRPr lang="tr-TR" sz="1100" dirty="0"/>
          </a:p>
          <a:p>
            <a:pPr marL="457200" indent="-457200">
              <a:lnSpc>
                <a:spcPct val="110000"/>
              </a:lnSpc>
              <a:buAutoNum type="arabicPeriod"/>
            </a:pPr>
            <a:r>
              <a:rPr lang="en-US" sz="1100" dirty="0"/>
              <a:t> The result is returned to the user in JSON format</a:t>
            </a:r>
            <a:endParaRPr lang="tr-TR" sz="11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201" y="1357010"/>
            <a:ext cx="6978440" cy="403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16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6E37E9F-0D7B-3A32-831F-F60BBD6B9B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9DD2C01-5524-B18D-7C6B-351143500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069848"/>
            <a:ext cx="4916424" cy="1353312"/>
          </a:xfrm>
        </p:spPr>
        <p:txBody>
          <a:bodyPr anchor="b">
            <a:normAutofit/>
          </a:bodyPr>
          <a:lstStyle/>
          <a:p>
            <a:r>
              <a:rPr lang="tr-TR" dirty="0" err="1"/>
              <a:t>Error</a:t>
            </a:r>
            <a:r>
              <a:rPr lang="tr-TR" dirty="0"/>
              <a:t> Management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A38FA91-275B-1A65-D091-8B2BFEA9C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2509" y="2510288"/>
            <a:ext cx="4916424" cy="3454933"/>
          </a:xfrm>
        </p:spPr>
        <p:txBody>
          <a:bodyPr>
            <a:normAutofit/>
          </a:bodyPr>
          <a:lstStyle/>
          <a:p>
            <a:r>
              <a:rPr lang="tr-TR" sz="1800"/>
              <a:t>Empty text check</a:t>
            </a:r>
          </a:p>
          <a:p>
            <a:r>
              <a:rPr lang="tr-TR" sz="1800"/>
              <a:t>Catching API errors</a:t>
            </a:r>
          </a:p>
          <a:p>
            <a:r>
              <a:rPr lang="tr-TR" sz="1800"/>
              <a:t>User-friendly error messages</a:t>
            </a:r>
          </a:p>
          <a:p>
            <a:r>
              <a:rPr lang="tr-TR" sz="1800"/>
              <a:t>Server-side exception handling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297" y="4100795"/>
            <a:ext cx="6525491" cy="2574051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442" y="261165"/>
            <a:ext cx="3766775" cy="349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7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A752BF0-5509-71EA-C719-B4CF56673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Frontend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BAB5145-8352-B505-FC4D-291E7EA0C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application's user interface is structured with HTML to include text input, target language selection, and result display components.</a:t>
            </a:r>
            <a:endParaRPr lang="tr-TR" dirty="0"/>
          </a:p>
          <a:p>
            <a:r>
              <a:rPr lang="en-US" dirty="0"/>
              <a:t>The page structure is dynamically generated by the server using Flask's template system.</a:t>
            </a:r>
            <a:endParaRPr lang="tr-TR" dirty="0"/>
          </a:p>
          <a:p>
            <a:r>
              <a:rPr lang="en-US" dirty="0"/>
              <a:t>A card-based, modern, and simple design has been implemented using CSS; visual consistency is ensured with color gradients and shading effects.</a:t>
            </a:r>
            <a:endParaRPr lang="tr-TR" dirty="0"/>
          </a:p>
          <a:p>
            <a:r>
              <a:rPr lang="en-US" dirty="0"/>
              <a:t>Thanks to responsive design principles, the application is compatible with desktop and mobile devices.</a:t>
            </a:r>
            <a:endParaRPr lang="tr-TR" dirty="0"/>
          </a:p>
          <a:p>
            <a:r>
              <a:rPr lang="en-US" dirty="0"/>
              <a:t>Visual feedback elements such as character counters, result fields, and notifications are designed to enhance the user experience.</a:t>
            </a:r>
            <a:endParaRPr lang="tr-TR" dirty="0"/>
          </a:p>
          <a:p>
            <a:r>
              <a:rPr lang="en-US" dirty="0"/>
              <a:t>An automatically expanding </a:t>
            </a:r>
            <a:r>
              <a:rPr lang="en-US" dirty="0" err="1"/>
              <a:t>textarea</a:t>
            </a:r>
            <a:r>
              <a:rPr lang="en-US" dirty="0"/>
              <a:t> structure has been implemented for long texts received from the user.</a:t>
            </a:r>
            <a:endParaRPr lang="tr-TR" dirty="0"/>
          </a:p>
          <a:p>
            <a:r>
              <a:rPr lang="en-US" dirty="0"/>
              <a:t>Visual feedback is provided to the user by using hover and focus effects for buttons and interactive areas.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82800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0CF4E12-2AE4-F205-C113-FB8520E4F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JavaScript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C838826-B6D0-F62F-E4AA-9D2A54905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text and target language information received from the user are sent asynchronously to the server via JavaScript.</a:t>
            </a:r>
            <a:endParaRPr lang="tr-TR" dirty="0"/>
          </a:p>
          <a:p>
            <a:r>
              <a:rPr lang="en-US" dirty="0"/>
              <a:t>The analysis and translation results returned from the server are dynamically displayed on the screen without refreshing the page.</a:t>
            </a:r>
            <a:endParaRPr lang="tr-TR" dirty="0"/>
          </a:p>
          <a:p>
            <a:r>
              <a:rPr lang="en-US" dirty="0"/>
              <a:t>Basic interactions such as loading status, error checking, and keyboard shortcuts are managed with JavaScript.</a:t>
            </a:r>
            <a:endParaRPr lang="tr-TR" dirty="0"/>
          </a:p>
          <a:p>
            <a:r>
              <a:rPr lang="en-US" dirty="0"/>
              <a:t>Displaying the translation result with a writing animation enhances the user experience.</a:t>
            </a:r>
            <a:endParaRPr lang="tr-TR" dirty="0"/>
          </a:p>
          <a:p>
            <a:r>
              <a:rPr lang="en-US" dirty="0"/>
              <a:t>Additional functions such as text copying and text-to-speech are provided on the client side.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43038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BB4567-2FE5-434B-5165-883CE595F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Project Strengths &amp; Result</a:t>
            </a:r>
            <a:endParaRPr lang="tr-TR" dirty="0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AFEDEBD1-8DA9-F2E0-FC74-8E8DEF76FC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210317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867</Words>
  <Application>Microsoft Office PowerPoint</Application>
  <PresentationFormat>Geniş ekran</PresentationFormat>
  <Paragraphs>103</Paragraphs>
  <Slides>14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7" baseType="lpstr">
      <vt:lpstr>Arial</vt:lpstr>
      <vt:lpstr>Neue Haas Grotesk Text Pro</vt:lpstr>
      <vt:lpstr>VanillaVTI</vt:lpstr>
      <vt:lpstr>SENG 461 – TERM PROJECT</vt:lpstr>
      <vt:lpstr>Team members &amp; Responsibilities</vt:lpstr>
      <vt:lpstr>The purpose of the site</vt:lpstr>
      <vt:lpstr>System Architecture</vt:lpstr>
      <vt:lpstr>Technologies used</vt:lpstr>
      <vt:lpstr>Database</vt:lpstr>
      <vt:lpstr>Database Design</vt:lpstr>
      <vt:lpstr>User &amp; Admin Panel</vt:lpstr>
      <vt:lpstr>Backend</vt:lpstr>
      <vt:lpstr>Language Detection Process &amp; Translation Process</vt:lpstr>
      <vt:lpstr>Error Management</vt:lpstr>
      <vt:lpstr>Frontend</vt:lpstr>
      <vt:lpstr>JavaScript</vt:lpstr>
      <vt:lpstr>Project Strengths &amp; 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SENG 461 – TERM PROJECT</dc:title>
  <dc:creator>Melih Polat</dc:creator>
  <cp:lastModifiedBy>ACER</cp:lastModifiedBy>
  <cp:revision>5</cp:revision>
  <dcterms:created xsi:type="dcterms:W3CDTF">2025-12-30T12:22:13Z</dcterms:created>
  <dcterms:modified xsi:type="dcterms:W3CDTF">2025-12-30T16:57:12Z</dcterms:modified>
</cp:coreProperties>
</file>